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5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29292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29292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EC8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176112" y="474141"/>
            <a:ext cx="2806065" cy="1265555"/>
          </a:xfrm>
          <a:custGeom>
            <a:avLst/>
            <a:gdLst/>
            <a:ahLst/>
            <a:cxnLst/>
            <a:rect l="l" t="t" r="r" b="b"/>
            <a:pathLst>
              <a:path w="2806065" h="1265555">
                <a:moveTo>
                  <a:pt x="2805976" y="326961"/>
                </a:moveTo>
                <a:lnTo>
                  <a:pt x="1195806" y="326961"/>
                </a:lnTo>
                <a:lnTo>
                  <a:pt x="1195806" y="632701"/>
                </a:lnTo>
                <a:lnTo>
                  <a:pt x="1193723" y="681355"/>
                </a:lnTo>
                <a:lnTo>
                  <a:pt x="1187627" y="728878"/>
                </a:lnTo>
                <a:lnTo>
                  <a:pt x="1177645" y="775093"/>
                </a:lnTo>
                <a:lnTo>
                  <a:pt x="1163980" y="819823"/>
                </a:lnTo>
                <a:lnTo>
                  <a:pt x="1146797" y="862914"/>
                </a:lnTo>
                <a:lnTo>
                  <a:pt x="1126261" y="904176"/>
                </a:lnTo>
                <a:lnTo>
                  <a:pt x="1102537" y="943457"/>
                </a:lnTo>
                <a:lnTo>
                  <a:pt x="1075804" y="980579"/>
                </a:lnTo>
                <a:lnTo>
                  <a:pt x="1046238" y="1015365"/>
                </a:lnTo>
                <a:lnTo>
                  <a:pt x="1014082" y="1047559"/>
                </a:lnTo>
                <a:lnTo>
                  <a:pt x="979258" y="1077252"/>
                </a:lnTo>
                <a:lnTo>
                  <a:pt x="942187" y="1104023"/>
                </a:lnTo>
                <a:lnTo>
                  <a:pt x="902970" y="1127772"/>
                </a:lnTo>
                <a:lnTo>
                  <a:pt x="861758" y="1148334"/>
                </a:lnTo>
                <a:lnTo>
                  <a:pt x="818718" y="1165555"/>
                </a:lnTo>
                <a:lnTo>
                  <a:pt x="774052" y="1179233"/>
                </a:lnTo>
                <a:lnTo>
                  <a:pt x="727900" y="1189215"/>
                </a:lnTo>
                <a:lnTo>
                  <a:pt x="680440" y="1195336"/>
                </a:lnTo>
                <a:lnTo>
                  <a:pt x="631850" y="1197406"/>
                </a:lnTo>
                <a:lnTo>
                  <a:pt x="583260" y="1195336"/>
                </a:lnTo>
                <a:lnTo>
                  <a:pt x="535800" y="1189215"/>
                </a:lnTo>
                <a:lnTo>
                  <a:pt x="489661" y="1179233"/>
                </a:lnTo>
                <a:lnTo>
                  <a:pt x="444982" y="1165555"/>
                </a:lnTo>
                <a:lnTo>
                  <a:pt x="401955" y="1148334"/>
                </a:lnTo>
                <a:lnTo>
                  <a:pt x="360743" y="1127772"/>
                </a:lnTo>
                <a:lnTo>
                  <a:pt x="321513" y="1104023"/>
                </a:lnTo>
                <a:lnTo>
                  <a:pt x="284441" y="1077252"/>
                </a:lnTo>
                <a:lnTo>
                  <a:pt x="249618" y="1047559"/>
                </a:lnTo>
                <a:lnTo>
                  <a:pt x="217462" y="1015365"/>
                </a:lnTo>
                <a:lnTo>
                  <a:pt x="187896" y="980579"/>
                </a:lnTo>
                <a:lnTo>
                  <a:pt x="161163" y="943457"/>
                </a:lnTo>
                <a:lnTo>
                  <a:pt x="137439" y="904176"/>
                </a:lnTo>
                <a:lnTo>
                  <a:pt x="116903" y="862914"/>
                </a:lnTo>
                <a:lnTo>
                  <a:pt x="99720" y="819823"/>
                </a:lnTo>
                <a:lnTo>
                  <a:pt x="86055" y="775093"/>
                </a:lnTo>
                <a:lnTo>
                  <a:pt x="76085" y="728878"/>
                </a:lnTo>
                <a:lnTo>
                  <a:pt x="69977" y="681355"/>
                </a:lnTo>
                <a:lnTo>
                  <a:pt x="69913" y="679843"/>
                </a:lnTo>
                <a:lnTo>
                  <a:pt x="67894" y="632701"/>
                </a:lnTo>
                <a:lnTo>
                  <a:pt x="69977" y="584047"/>
                </a:lnTo>
                <a:lnTo>
                  <a:pt x="76085" y="536524"/>
                </a:lnTo>
                <a:lnTo>
                  <a:pt x="86055" y="490308"/>
                </a:lnTo>
                <a:lnTo>
                  <a:pt x="99720" y="445579"/>
                </a:lnTo>
                <a:lnTo>
                  <a:pt x="116903" y="402488"/>
                </a:lnTo>
                <a:lnTo>
                  <a:pt x="137439" y="361226"/>
                </a:lnTo>
                <a:lnTo>
                  <a:pt x="161163" y="321945"/>
                </a:lnTo>
                <a:lnTo>
                  <a:pt x="187896" y="284822"/>
                </a:lnTo>
                <a:lnTo>
                  <a:pt x="217462" y="250037"/>
                </a:lnTo>
                <a:lnTo>
                  <a:pt x="249707" y="217754"/>
                </a:lnTo>
                <a:lnTo>
                  <a:pt x="284441" y="188150"/>
                </a:lnTo>
                <a:lnTo>
                  <a:pt x="321513" y="161378"/>
                </a:lnTo>
                <a:lnTo>
                  <a:pt x="360743" y="137629"/>
                </a:lnTo>
                <a:lnTo>
                  <a:pt x="401955" y="117055"/>
                </a:lnTo>
                <a:lnTo>
                  <a:pt x="444982" y="99847"/>
                </a:lnTo>
                <a:lnTo>
                  <a:pt x="489661" y="86169"/>
                </a:lnTo>
                <a:lnTo>
                  <a:pt x="535800" y="76187"/>
                </a:lnTo>
                <a:lnTo>
                  <a:pt x="583260" y="70065"/>
                </a:lnTo>
                <a:lnTo>
                  <a:pt x="631850" y="67983"/>
                </a:lnTo>
                <a:lnTo>
                  <a:pt x="680440" y="70065"/>
                </a:lnTo>
                <a:lnTo>
                  <a:pt x="727900" y="76187"/>
                </a:lnTo>
                <a:lnTo>
                  <a:pt x="774052" y="86169"/>
                </a:lnTo>
                <a:lnTo>
                  <a:pt x="818718" y="99847"/>
                </a:lnTo>
                <a:lnTo>
                  <a:pt x="861758" y="117055"/>
                </a:lnTo>
                <a:lnTo>
                  <a:pt x="902970" y="137629"/>
                </a:lnTo>
                <a:lnTo>
                  <a:pt x="942187" y="161378"/>
                </a:lnTo>
                <a:lnTo>
                  <a:pt x="979258" y="188150"/>
                </a:lnTo>
                <a:lnTo>
                  <a:pt x="1013993" y="217754"/>
                </a:lnTo>
                <a:lnTo>
                  <a:pt x="1046238" y="250037"/>
                </a:lnTo>
                <a:lnTo>
                  <a:pt x="1075804" y="284822"/>
                </a:lnTo>
                <a:lnTo>
                  <a:pt x="1102537" y="321945"/>
                </a:lnTo>
                <a:lnTo>
                  <a:pt x="1126261" y="361226"/>
                </a:lnTo>
                <a:lnTo>
                  <a:pt x="1146797" y="402488"/>
                </a:lnTo>
                <a:lnTo>
                  <a:pt x="1163980" y="445579"/>
                </a:lnTo>
                <a:lnTo>
                  <a:pt x="1177645" y="490308"/>
                </a:lnTo>
                <a:lnTo>
                  <a:pt x="1187627" y="536524"/>
                </a:lnTo>
                <a:lnTo>
                  <a:pt x="1193723" y="584047"/>
                </a:lnTo>
                <a:lnTo>
                  <a:pt x="1195806" y="632701"/>
                </a:lnTo>
                <a:lnTo>
                  <a:pt x="1195806" y="326961"/>
                </a:lnTo>
                <a:lnTo>
                  <a:pt x="1185011" y="326961"/>
                </a:lnTo>
                <a:lnTo>
                  <a:pt x="1185011" y="327228"/>
                </a:lnTo>
                <a:lnTo>
                  <a:pt x="1184643" y="326504"/>
                </a:lnTo>
                <a:lnTo>
                  <a:pt x="1161757" y="288442"/>
                </a:lnTo>
                <a:lnTo>
                  <a:pt x="1136345" y="252183"/>
                </a:lnTo>
                <a:lnTo>
                  <a:pt x="1108443" y="217754"/>
                </a:lnTo>
                <a:lnTo>
                  <a:pt x="1078420" y="185534"/>
                </a:lnTo>
                <a:lnTo>
                  <a:pt x="1046149" y="155384"/>
                </a:lnTo>
                <a:lnTo>
                  <a:pt x="1011859" y="127533"/>
                </a:lnTo>
                <a:lnTo>
                  <a:pt x="975639" y="102082"/>
                </a:lnTo>
                <a:lnTo>
                  <a:pt x="937641" y="79159"/>
                </a:lnTo>
                <a:lnTo>
                  <a:pt x="897966" y="58902"/>
                </a:lnTo>
                <a:lnTo>
                  <a:pt x="856754" y="41414"/>
                </a:lnTo>
                <a:lnTo>
                  <a:pt x="814120" y="26835"/>
                </a:lnTo>
                <a:lnTo>
                  <a:pt x="770191" y="15278"/>
                </a:lnTo>
                <a:lnTo>
                  <a:pt x="725093" y="6870"/>
                </a:lnTo>
                <a:lnTo>
                  <a:pt x="678929" y="1739"/>
                </a:lnTo>
                <a:lnTo>
                  <a:pt x="631850" y="0"/>
                </a:lnTo>
                <a:lnTo>
                  <a:pt x="584771" y="1739"/>
                </a:lnTo>
                <a:lnTo>
                  <a:pt x="538607" y="6870"/>
                </a:lnTo>
                <a:lnTo>
                  <a:pt x="493509" y="15278"/>
                </a:lnTo>
                <a:lnTo>
                  <a:pt x="449580" y="26835"/>
                </a:lnTo>
                <a:lnTo>
                  <a:pt x="406946" y="41414"/>
                </a:lnTo>
                <a:lnTo>
                  <a:pt x="365734" y="58902"/>
                </a:lnTo>
                <a:lnTo>
                  <a:pt x="326059" y="79159"/>
                </a:lnTo>
                <a:lnTo>
                  <a:pt x="288061" y="102082"/>
                </a:lnTo>
                <a:lnTo>
                  <a:pt x="251853" y="127533"/>
                </a:lnTo>
                <a:lnTo>
                  <a:pt x="217551" y="155384"/>
                </a:lnTo>
                <a:lnTo>
                  <a:pt x="185280" y="185534"/>
                </a:lnTo>
                <a:lnTo>
                  <a:pt x="155257" y="217754"/>
                </a:lnTo>
                <a:lnTo>
                  <a:pt x="127355" y="252183"/>
                </a:lnTo>
                <a:lnTo>
                  <a:pt x="101942" y="288442"/>
                </a:lnTo>
                <a:lnTo>
                  <a:pt x="79057" y="326504"/>
                </a:lnTo>
                <a:lnTo>
                  <a:pt x="58826" y="366217"/>
                </a:lnTo>
                <a:lnTo>
                  <a:pt x="41363" y="407492"/>
                </a:lnTo>
                <a:lnTo>
                  <a:pt x="26797" y="450176"/>
                </a:lnTo>
                <a:lnTo>
                  <a:pt x="15265" y="494169"/>
                </a:lnTo>
                <a:lnTo>
                  <a:pt x="6870" y="539330"/>
                </a:lnTo>
                <a:lnTo>
                  <a:pt x="1739" y="585558"/>
                </a:lnTo>
                <a:lnTo>
                  <a:pt x="0" y="632701"/>
                </a:lnTo>
                <a:lnTo>
                  <a:pt x="1739" y="679843"/>
                </a:lnTo>
                <a:lnTo>
                  <a:pt x="6870" y="726059"/>
                </a:lnTo>
                <a:lnTo>
                  <a:pt x="15265" y="771232"/>
                </a:lnTo>
                <a:lnTo>
                  <a:pt x="26797" y="815225"/>
                </a:lnTo>
                <a:lnTo>
                  <a:pt x="41363" y="857910"/>
                </a:lnTo>
                <a:lnTo>
                  <a:pt x="58826" y="899172"/>
                </a:lnTo>
                <a:lnTo>
                  <a:pt x="79057" y="938898"/>
                </a:lnTo>
                <a:lnTo>
                  <a:pt x="101942" y="976960"/>
                </a:lnTo>
                <a:lnTo>
                  <a:pt x="127355" y="1013218"/>
                </a:lnTo>
                <a:lnTo>
                  <a:pt x="155181" y="1047559"/>
                </a:lnTo>
                <a:lnTo>
                  <a:pt x="185280" y="1079868"/>
                </a:lnTo>
                <a:lnTo>
                  <a:pt x="217551" y="1110018"/>
                </a:lnTo>
                <a:lnTo>
                  <a:pt x="251853" y="1137869"/>
                </a:lnTo>
                <a:lnTo>
                  <a:pt x="288061" y="1163320"/>
                </a:lnTo>
                <a:lnTo>
                  <a:pt x="326059" y="1186243"/>
                </a:lnTo>
                <a:lnTo>
                  <a:pt x="365734" y="1206500"/>
                </a:lnTo>
                <a:lnTo>
                  <a:pt x="406946" y="1223987"/>
                </a:lnTo>
                <a:lnTo>
                  <a:pt x="449580" y="1238567"/>
                </a:lnTo>
                <a:lnTo>
                  <a:pt x="493509" y="1250124"/>
                </a:lnTo>
                <a:lnTo>
                  <a:pt x="538607" y="1258531"/>
                </a:lnTo>
                <a:lnTo>
                  <a:pt x="584771" y="1263662"/>
                </a:lnTo>
                <a:lnTo>
                  <a:pt x="631850" y="1265402"/>
                </a:lnTo>
                <a:lnTo>
                  <a:pt x="678929" y="1263662"/>
                </a:lnTo>
                <a:lnTo>
                  <a:pt x="725093" y="1258531"/>
                </a:lnTo>
                <a:lnTo>
                  <a:pt x="770191" y="1250124"/>
                </a:lnTo>
                <a:lnTo>
                  <a:pt x="814120" y="1238567"/>
                </a:lnTo>
                <a:lnTo>
                  <a:pt x="856754" y="1223987"/>
                </a:lnTo>
                <a:lnTo>
                  <a:pt x="897966" y="1206500"/>
                </a:lnTo>
                <a:lnTo>
                  <a:pt x="915771" y="1197406"/>
                </a:lnTo>
                <a:lnTo>
                  <a:pt x="937641" y="1186243"/>
                </a:lnTo>
                <a:lnTo>
                  <a:pt x="975639" y="1163320"/>
                </a:lnTo>
                <a:lnTo>
                  <a:pt x="1011859" y="1137869"/>
                </a:lnTo>
                <a:lnTo>
                  <a:pt x="1046149" y="1110018"/>
                </a:lnTo>
                <a:lnTo>
                  <a:pt x="1078420" y="1079868"/>
                </a:lnTo>
                <a:lnTo>
                  <a:pt x="1108519" y="1047559"/>
                </a:lnTo>
                <a:lnTo>
                  <a:pt x="1136345" y="1013218"/>
                </a:lnTo>
                <a:lnTo>
                  <a:pt x="1161757" y="976960"/>
                </a:lnTo>
                <a:lnTo>
                  <a:pt x="1184643" y="938898"/>
                </a:lnTo>
                <a:lnTo>
                  <a:pt x="1204887" y="899172"/>
                </a:lnTo>
                <a:lnTo>
                  <a:pt x="1222336" y="857910"/>
                </a:lnTo>
                <a:lnTo>
                  <a:pt x="1236903" y="815225"/>
                </a:lnTo>
                <a:lnTo>
                  <a:pt x="1248435" y="771232"/>
                </a:lnTo>
                <a:lnTo>
                  <a:pt x="1256842" y="726059"/>
                </a:lnTo>
                <a:lnTo>
                  <a:pt x="1261960" y="679843"/>
                </a:lnTo>
                <a:lnTo>
                  <a:pt x="1263700" y="632701"/>
                </a:lnTo>
                <a:lnTo>
                  <a:pt x="1261960" y="585558"/>
                </a:lnTo>
                <a:lnTo>
                  <a:pt x="1256842" y="539330"/>
                </a:lnTo>
                <a:lnTo>
                  <a:pt x="1248435" y="494169"/>
                </a:lnTo>
                <a:lnTo>
                  <a:pt x="1236903" y="450176"/>
                </a:lnTo>
                <a:lnTo>
                  <a:pt x="1222336" y="407492"/>
                </a:lnTo>
                <a:lnTo>
                  <a:pt x="1205534" y="367753"/>
                </a:lnTo>
                <a:lnTo>
                  <a:pt x="2805976" y="367753"/>
                </a:lnTo>
                <a:lnTo>
                  <a:pt x="2805976" y="3269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93696" y="737114"/>
            <a:ext cx="168520" cy="168747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3391273" y="1215140"/>
            <a:ext cx="1616075" cy="41275"/>
          </a:xfrm>
          <a:custGeom>
            <a:avLst/>
            <a:gdLst/>
            <a:ahLst/>
            <a:cxnLst/>
            <a:rect l="l" t="t" r="r" b="b"/>
            <a:pathLst>
              <a:path w="1616075" h="41275">
                <a:moveTo>
                  <a:pt x="1615811" y="40792"/>
                </a:moveTo>
                <a:lnTo>
                  <a:pt x="0" y="40792"/>
                </a:lnTo>
                <a:lnTo>
                  <a:pt x="0" y="0"/>
                </a:lnTo>
                <a:lnTo>
                  <a:pt x="1615811" y="0"/>
                </a:lnTo>
                <a:lnTo>
                  <a:pt x="1615811" y="407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18546" y="1151163"/>
            <a:ext cx="168520" cy="168747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3393717" y="1058495"/>
            <a:ext cx="1727200" cy="41275"/>
          </a:xfrm>
          <a:custGeom>
            <a:avLst/>
            <a:gdLst/>
            <a:ahLst/>
            <a:cxnLst/>
            <a:rect l="l" t="t" r="r" b="b"/>
            <a:pathLst>
              <a:path w="1727200" h="41275">
                <a:moveTo>
                  <a:pt x="1727026" y="40792"/>
                </a:moveTo>
                <a:lnTo>
                  <a:pt x="0" y="40792"/>
                </a:lnTo>
                <a:lnTo>
                  <a:pt x="0" y="0"/>
                </a:lnTo>
                <a:lnTo>
                  <a:pt x="1727026" y="0"/>
                </a:lnTo>
                <a:lnTo>
                  <a:pt x="1727026" y="407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32274" y="994450"/>
            <a:ext cx="168520" cy="168747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3234770" y="1494912"/>
            <a:ext cx="2100580" cy="41275"/>
          </a:xfrm>
          <a:custGeom>
            <a:avLst/>
            <a:gdLst/>
            <a:ahLst/>
            <a:cxnLst/>
            <a:rect l="l" t="t" r="r" b="b"/>
            <a:pathLst>
              <a:path w="2100580" h="41275">
                <a:moveTo>
                  <a:pt x="2100255" y="40792"/>
                </a:moveTo>
                <a:lnTo>
                  <a:pt x="0" y="40792"/>
                </a:lnTo>
                <a:lnTo>
                  <a:pt x="0" y="0"/>
                </a:lnTo>
                <a:lnTo>
                  <a:pt x="2100255" y="0"/>
                </a:lnTo>
                <a:lnTo>
                  <a:pt x="2100255" y="407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6556" y="1430935"/>
            <a:ext cx="168520" cy="168746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13182354" y="655596"/>
            <a:ext cx="3529965" cy="41275"/>
          </a:xfrm>
          <a:custGeom>
            <a:avLst/>
            <a:gdLst/>
            <a:ahLst/>
            <a:cxnLst/>
            <a:rect l="l" t="t" r="r" b="b"/>
            <a:pathLst>
              <a:path w="3529965" h="41275">
                <a:moveTo>
                  <a:pt x="3529825" y="40792"/>
                </a:moveTo>
                <a:lnTo>
                  <a:pt x="0" y="40792"/>
                </a:lnTo>
                <a:lnTo>
                  <a:pt x="0" y="0"/>
                </a:lnTo>
                <a:lnTo>
                  <a:pt x="3529825" y="0"/>
                </a:lnTo>
                <a:lnTo>
                  <a:pt x="3529825" y="407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623710" y="591619"/>
            <a:ext cx="168519" cy="168747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16743521" y="131414"/>
            <a:ext cx="575310" cy="575945"/>
          </a:xfrm>
          <a:custGeom>
            <a:avLst/>
            <a:gdLst/>
            <a:ahLst/>
            <a:cxnLst/>
            <a:rect l="l" t="t" r="r" b="b"/>
            <a:pathLst>
              <a:path w="575309" h="575945">
                <a:moveTo>
                  <a:pt x="574780" y="24037"/>
                </a:moveTo>
                <a:lnTo>
                  <a:pt x="24005" y="575554"/>
                </a:lnTo>
                <a:lnTo>
                  <a:pt x="0" y="551516"/>
                </a:lnTo>
                <a:lnTo>
                  <a:pt x="550775" y="0"/>
                </a:lnTo>
                <a:lnTo>
                  <a:pt x="574780" y="240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233628" y="75656"/>
            <a:ext cx="140410" cy="140599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17325017" y="95576"/>
            <a:ext cx="919480" cy="20955"/>
          </a:xfrm>
          <a:custGeom>
            <a:avLst/>
            <a:gdLst/>
            <a:ahLst/>
            <a:cxnLst/>
            <a:rect l="l" t="t" r="r" b="b"/>
            <a:pathLst>
              <a:path w="919480" h="20955">
                <a:moveTo>
                  <a:pt x="919324" y="20396"/>
                </a:moveTo>
                <a:lnTo>
                  <a:pt x="0" y="20396"/>
                </a:lnTo>
                <a:lnTo>
                  <a:pt x="0" y="0"/>
                </a:lnTo>
                <a:lnTo>
                  <a:pt x="919324" y="0"/>
                </a:lnTo>
                <a:lnTo>
                  <a:pt x="919324" y="20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200141" y="63622"/>
            <a:ext cx="84192" cy="84305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17142850" y="296482"/>
            <a:ext cx="909955" cy="20955"/>
          </a:xfrm>
          <a:custGeom>
            <a:avLst/>
            <a:gdLst/>
            <a:ahLst/>
            <a:cxnLst/>
            <a:rect l="l" t="t" r="r" b="b"/>
            <a:pathLst>
              <a:path w="909955" h="20954">
                <a:moveTo>
                  <a:pt x="909886" y="20396"/>
                </a:moveTo>
                <a:lnTo>
                  <a:pt x="0" y="20396"/>
                </a:lnTo>
                <a:lnTo>
                  <a:pt x="0" y="0"/>
                </a:lnTo>
                <a:lnTo>
                  <a:pt x="909886" y="0"/>
                </a:lnTo>
                <a:lnTo>
                  <a:pt x="909886" y="20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bg object 3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008536" y="264595"/>
            <a:ext cx="84192" cy="84305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16986347" y="486781"/>
            <a:ext cx="1200785" cy="20955"/>
          </a:xfrm>
          <a:custGeom>
            <a:avLst/>
            <a:gdLst/>
            <a:ahLst/>
            <a:cxnLst/>
            <a:rect l="l" t="t" r="r" b="b"/>
            <a:pathLst>
              <a:path w="1200784" h="20954">
                <a:moveTo>
                  <a:pt x="1200689" y="20396"/>
                </a:moveTo>
                <a:lnTo>
                  <a:pt x="0" y="20396"/>
                </a:lnTo>
                <a:lnTo>
                  <a:pt x="0" y="0"/>
                </a:lnTo>
                <a:lnTo>
                  <a:pt x="1200689" y="0"/>
                </a:lnTo>
                <a:lnTo>
                  <a:pt x="1200689" y="20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bg 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142835" y="454827"/>
            <a:ext cx="84192" cy="84305"/>
          </a:xfrm>
          <a:prstGeom prst="rect">
            <a:avLst/>
          </a:prstGeom>
        </p:spPr>
      </p:pic>
      <p:sp>
        <p:nvSpPr>
          <p:cNvPr id="35" name="bg object 35"/>
          <p:cNvSpPr/>
          <p:nvPr/>
        </p:nvSpPr>
        <p:spPr>
          <a:xfrm>
            <a:off x="15375763" y="924938"/>
            <a:ext cx="613410" cy="614045"/>
          </a:xfrm>
          <a:custGeom>
            <a:avLst/>
            <a:gdLst/>
            <a:ahLst/>
            <a:cxnLst/>
            <a:rect l="l" t="t" r="r" b="b"/>
            <a:pathLst>
              <a:path w="613409" h="614044">
                <a:moveTo>
                  <a:pt x="613188" y="24037"/>
                </a:moveTo>
                <a:lnTo>
                  <a:pt x="24005" y="614014"/>
                </a:lnTo>
                <a:lnTo>
                  <a:pt x="0" y="589976"/>
                </a:lnTo>
                <a:lnTo>
                  <a:pt x="589183" y="0"/>
                </a:lnTo>
                <a:lnTo>
                  <a:pt x="613188" y="240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bg object 3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904342" y="869148"/>
            <a:ext cx="140410" cy="140599"/>
          </a:xfrm>
          <a:prstGeom prst="rect">
            <a:avLst/>
          </a:prstGeom>
        </p:spPr>
      </p:pic>
      <p:sp>
        <p:nvSpPr>
          <p:cNvPr id="37" name="bg object 37"/>
          <p:cNvSpPr/>
          <p:nvPr/>
        </p:nvSpPr>
        <p:spPr>
          <a:xfrm>
            <a:off x="15052138" y="1220056"/>
            <a:ext cx="717550" cy="718820"/>
          </a:xfrm>
          <a:custGeom>
            <a:avLst/>
            <a:gdLst/>
            <a:ahLst/>
            <a:cxnLst/>
            <a:rect l="l" t="t" r="r" b="b"/>
            <a:pathLst>
              <a:path w="717550" h="718819">
                <a:moveTo>
                  <a:pt x="717467" y="694395"/>
                </a:moveTo>
                <a:lnTo>
                  <a:pt x="693461" y="718432"/>
                </a:lnTo>
                <a:lnTo>
                  <a:pt x="0" y="24037"/>
                </a:lnTo>
                <a:lnTo>
                  <a:pt x="24005" y="0"/>
                </a:lnTo>
                <a:lnTo>
                  <a:pt x="717467" y="6943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684967" y="1853755"/>
            <a:ext cx="140410" cy="140599"/>
          </a:xfrm>
          <a:prstGeom prst="rect">
            <a:avLst/>
          </a:prstGeom>
        </p:spPr>
      </p:pic>
      <p:sp>
        <p:nvSpPr>
          <p:cNvPr id="39" name="bg object 39"/>
          <p:cNvSpPr/>
          <p:nvPr/>
        </p:nvSpPr>
        <p:spPr>
          <a:xfrm>
            <a:off x="15029808" y="234833"/>
            <a:ext cx="609600" cy="610235"/>
          </a:xfrm>
          <a:custGeom>
            <a:avLst/>
            <a:gdLst/>
            <a:ahLst/>
            <a:cxnLst/>
            <a:rect l="l" t="t" r="r" b="b"/>
            <a:pathLst>
              <a:path w="609600" h="610235">
                <a:moveTo>
                  <a:pt x="609011" y="24037"/>
                </a:moveTo>
                <a:lnTo>
                  <a:pt x="24005" y="609831"/>
                </a:lnTo>
                <a:lnTo>
                  <a:pt x="0" y="585794"/>
                </a:lnTo>
                <a:lnTo>
                  <a:pt x="585006" y="0"/>
                </a:lnTo>
                <a:lnTo>
                  <a:pt x="609011" y="240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bg object 4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554197" y="179066"/>
            <a:ext cx="140410" cy="140599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15162994" y="416520"/>
            <a:ext cx="681355" cy="682625"/>
          </a:xfrm>
          <a:custGeom>
            <a:avLst/>
            <a:gdLst/>
            <a:ahLst/>
            <a:cxnLst/>
            <a:rect l="l" t="t" r="r" b="b"/>
            <a:pathLst>
              <a:path w="681355" h="682625">
                <a:moveTo>
                  <a:pt x="681267" y="24037"/>
                </a:moveTo>
                <a:lnTo>
                  <a:pt x="24005" y="682184"/>
                </a:lnTo>
                <a:lnTo>
                  <a:pt x="0" y="658147"/>
                </a:lnTo>
                <a:lnTo>
                  <a:pt x="657262" y="0"/>
                </a:lnTo>
                <a:lnTo>
                  <a:pt x="681267" y="240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bg object 4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759586" y="360663"/>
            <a:ext cx="140410" cy="140599"/>
          </a:xfrm>
          <a:prstGeom prst="rect">
            <a:avLst/>
          </a:prstGeom>
        </p:spPr>
      </p:pic>
      <p:sp>
        <p:nvSpPr>
          <p:cNvPr id="43" name="bg object 43"/>
          <p:cNvSpPr/>
          <p:nvPr/>
        </p:nvSpPr>
        <p:spPr>
          <a:xfrm>
            <a:off x="16014131" y="911980"/>
            <a:ext cx="880110" cy="20955"/>
          </a:xfrm>
          <a:custGeom>
            <a:avLst/>
            <a:gdLst/>
            <a:ahLst/>
            <a:cxnLst/>
            <a:rect l="l" t="t" r="r" b="b"/>
            <a:pathLst>
              <a:path w="880109" h="20955">
                <a:moveTo>
                  <a:pt x="879740" y="20396"/>
                </a:moveTo>
                <a:lnTo>
                  <a:pt x="0" y="20396"/>
                </a:lnTo>
                <a:lnTo>
                  <a:pt x="0" y="0"/>
                </a:lnTo>
                <a:lnTo>
                  <a:pt x="879740" y="0"/>
                </a:lnTo>
                <a:lnTo>
                  <a:pt x="879740" y="20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bg object 4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849603" y="880094"/>
            <a:ext cx="84192" cy="84305"/>
          </a:xfrm>
          <a:prstGeom prst="rect">
            <a:avLst/>
          </a:prstGeom>
        </p:spPr>
      </p:pic>
      <p:sp>
        <p:nvSpPr>
          <p:cNvPr id="45" name="bg object 45"/>
          <p:cNvSpPr/>
          <p:nvPr/>
        </p:nvSpPr>
        <p:spPr>
          <a:xfrm>
            <a:off x="15824088" y="1068694"/>
            <a:ext cx="434340" cy="20955"/>
          </a:xfrm>
          <a:custGeom>
            <a:avLst/>
            <a:gdLst/>
            <a:ahLst/>
            <a:cxnLst/>
            <a:rect l="l" t="t" r="r" b="b"/>
            <a:pathLst>
              <a:path w="434340" h="20955">
                <a:moveTo>
                  <a:pt x="434132" y="20396"/>
                </a:moveTo>
                <a:lnTo>
                  <a:pt x="0" y="20396"/>
                </a:lnTo>
                <a:lnTo>
                  <a:pt x="0" y="0"/>
                </a:lnTo>
                <a:lnTo>
                  <a:pt x="434132" y="0"/>
                </a:lnTo>
                <a:lnTo>
                  <a:pt x="434132" y="20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bg object 4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214019" y="1036739"/>
            <a:ext cx="84192" cy="84305"/>
          </a:xfrm>
          <a:prstGeom prst="rect">
            <a:avLst/>
          </a:prstGeom>
        </p:spPr>
      </p:pic>
      <p:sp>
        <p:nvSpPr>
          <p:cNvPr id="47" name="bg object 47"/>
          <p:cNvSpPr/>
          <p:nvPr/>
        </p:nvSpPr>
        <p:spPr>
          <a:xfrm>
            <a:off x="15656450" y="1247707"/>
            <a:ext cx="692150" cy="20955"/>
          </a:xfrm>
          <a:custGeom>
            <a:avLst/>
            <a:gdLst/>
            <a:ahLst/>
            <a:cxnLst/>
            <a:rect l="l" t="t" r="r" b="b"/>
            <a:pathLst>
              <a:path w="692150" h="20955">
                <a:moveTo>
                  <a:pt x="691869" y="20396"/>
                </a:moveTo>
                <a:lnTo>
                  <a:pt x="0" y="20396"/>
                </a:lnTo>
                <a:lnTo>
                  <a:pt x="0" y="0"/>
                </a:lnTo>
                <a:lnTo>
                  <a:pt x="691869" y="0"/>
                </a:lnTo>
                <a:lnTo>
                  <a:pt x="691869" y="20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bg object 4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304119" y="1215752"/>
            <a:ext cx="84192" cy="84305"/>
          </a:xfrm>
          <a:prstGeom prst="rect">
            <a:avLst/>
          </a:prstGeom>
        </p:spPr>
      </p:pic>
      <p:sp>
        <p:nvSpPr>
          <p:cNvPr id="49" name="bg object 49"/>
          <p:cNvSpPr/>
          <p:nvPr/>
        </p:nvSpPr>
        <p:spPr>
          <a:xfrm>
            <a:off x="15634112" y="218159"/>
            <a:ext cx="649605" cy="20955"/>
          </a:xfrm>
          <a:custGeom>
            <a:avLst/>
            <a:gdLst/>
            <a:ahLst/>
            <a:cxnLst/>
            <a:rect l="l" t="t" r="r" b="b"/>
            <a:pathLst>
              <a:path w="649605" h="20954">
                <a:moveTo>
                  <a:pt x="649094" y="20396"/>
                </a:moveTo>
                <a:lnTo>
                  <a:pt x="0" y="20396"/>
                </a:lnTo>
                <a:lnTo>
                  <a:pt x="0" y="0"/>
                </a:lnTo>
                <a:lnTo>
                  <a:pt x="649094" y="0"/>
                </a:lnTo>
                <a:lnTo>
                  <a:pt x="649094" y="20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0" name="bg object 5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239006" y="186273"/>
            <a:ext cx="84192" cy="84305"/>
          </a:xfrm>
          <a:prstGeom prst="rect">
            <a:avLst/>
          </a:prstGeom>
        </p:spPr>
      </p:pic>
      <p:sp>
        <p:nvSpPr>
          <p:cNvPr id="51" name="bg object 51"/>
          <p:cNvSpPr/>
          <p:nvPr/>
        </p:nvSpPr>
        <p:spPr>
          <a:xfrm>
            <a:off x="15856271" y="398193"/>
            <a:ext cx="676275" cy="20955"/>
          </a:xfrm>
          <a:custGeom>
            <a:avLst/>
            <a:gdLst/>
            <a:ahLst/>
            <a:cxnLst/>
            <a:rect l="l" t="t" r="r" b="b"/>
            <a:pathLst>
              <a:path w="676275" h="20954">
                <a:moveTo>
                  <a:pt x="675981" y="20396"/>
                </a:moveTo>
                <a:lnTo>
                  <a:pt x="0" y="20396"/>
                </a:lnTo>
                <a:lnTo>
                  <a:pt x="0" y="0"/>
                </a:lnTo>
                <a:lnTo>
                  <a:pt x="675981" y="0"/>
                </a:lnTo>
                <a:lnTo>
                  <a:pt x="675981" y="20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2" name="bg object 5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488052" y="366238"/>
            <a:ext cx="84192" cy="84305"/>
          </a:xfrm>
          <a:prstGeom prst="rect">
            <a:avLst/>
          </a:prstGeom>
        </p:spPr>
      </p:pic>
      <p:sp>
        <p:nvSpPr>
          <p:cNvPr id="53" name="bg object 53"/>
          <p:cNvSpPr/>
          <p:nvPr/>
        </p:nvSpPr>
        <p:spPr>
          <a:xfrm>
            <a:off x="15779412" y="1963896"/>
            <a:ext cx="827405" cy="20955"/>
          </a:xfrm>
          <a:custGeom>
            <a:avLst/>
            <a:gdLst/>
            <a:ahLst/>
            <a:cxnLst/>
            <a:rect l="l" t="t" r="r" b="b"/>
            <a:pathLst>
              <a:path w="827405" h="20955">
                <a:moveTo>
                  <a:pt x="827052" y="20396"/>
                </a:moveTo>
                <a:lnTo>
                  <a:pt x="0" y="20396"/>
                </a:lnTo>
                <a:lnTo>
                  <a:pt x="0" y="0"/>
                </a:lnTo>
                <a:lnTo>
                  <a:pt x="827052" y="0"/>
                </a:lnTo>
                <a:lnTo>
                  <a:pt x="827052" y="20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4" name="bg object 5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137975" y="1932009"/>
            <a:ext cx="84192" cy="84305"/>
          </a:xfrm>
          <a:prstGeom prst="rect">
            <a:avLst/>
          </a:prstGeom>
        </p:spPr>
      </p:pic>
      <p:sp>
        <p:nvSpPr>
          <p:cNvPr id="55" name="bg object 55"/>
          <p:cNvSpPr/>
          <p:nvPr/>
        </p:nvSpPr>
        <p:spPr>
          <a:xfrm>
            <a:off x="15718236" y="1863205"/>
            <a:ext cx="608330" cy="20955"/>
          </a:xfrm>
          <a:custGeom>
            <a:avLst/>
            <a:gdLst/>
            <a:ahLst/>
            <a:cxnLst/>
            <a:rect l="l" t="t" r="r" b="b"/>
            <a:pathLst>
              <a:path w="608330" h="20955">
                <a:moveTo>
                  <a:pt x="608288" y="20396"/>
                </a:moveTo>
                <a:lnTo>
                  <a:pt x="0" y="20396"/>
                </a:lnTo>
                <a:lnTo>
                  <a:pt x="0" y="0"/>
                </a:lnTo>
                <a:lnTo>
                  <a:pt x="608288" y="0"/>
                </a:lnTo>
                <a:lnTo>
                  <a:pt x="608288" y="20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6" name="bg object 5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282323" y="1831250"/>
            <a:ext cx="84192" cy="843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16000" y="3823459"/>
            <a:ext cx="7802880" cy="5162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9292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108620" y="3542387"/>
            <a:ext cx="7381240" cy="544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EC8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9531" y="936657"/>
            <a:ext cx="15840840" cy="2771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78850" y="3869813"/>
            <a:ext cx="7985125" cy="421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29292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21" Type="http://schemas.openxmlformats.org/officeDocument/2006/relationships/image" Target="../media/image32.png"/><Relationship Id="rId34" Type="http://schemas.openxmlformats.org/officeDocument/2006/relationships/image" Target="../media/image45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33" Type="http://schemas.openxmlformats.org/officeDocument/2006/relationships/image" Target="../media/image44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32" Type="http://schemas.openxmlformats.org/officeDocument/2006/relationships/image" Target="../media/image43.png"/><Relationship Id="rId37" Type="http://schemas.openxmlformats.org/officeDocument/2006/relationships/image" Target="../media/image48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28" Type="http://schemas.openxmlformats.org/officeDocument/2006/relationships/image" Target="../media/image39.png"/><Relationship Id="rId36" Type="http://schemas.openxmlformats.org/officeDocument/2006/relationships/image" Target="../media/image47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31" Type="http://schemas.openxmlformats.org/officeDocument/2006/relationships/image" Target="../media/image42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Relationship Id="rId27" Type="http://schemas.openxmlformats.org/officeDocument/2006/relationships/image" Target="../media/image38.png"/><Relationship Id="rId30" Type="http://schemas.openxmlformats.org/officeDocument/2006/relationships/image" Target="../media/image41.png"/><Relationship Id="rId35" Type="http://schemas.openxmlformats.org/officeDocument/2006/relationships/image" Target="../media/image46.png"/><Relationship Id="rId8" Type="http://schemas.openxmlformats.org/officeDocument/2006/relationships/image" Target="../media/image19.png"/><Relationship Id="rId3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362276" y="1546094"/>
            <a:ext cx="8087359" cy="7178675"/>
            <a:chOff x="9362276" y="1546094"/>
            <a:chExt cx="8087359" cy="7178675"/>
          </a:xfrm>
        </p:grpSpPr>
        <p:sp>
          <p:nvSpPr>
            <p:cNvPr id="4" name="object 4"/>
            <p:cNvSpPr/>
            <p:nvPr/>
          </p:nvSpPr>
          <p:spPr>
            <a:xfrm>
              <a:off x="11000232" y="3293706"/>
              <a:ext cx="5661025" cy="4117340"/>
            </a:xfrm>
            <a:custGeom>
              <a:avLst/>
              <a:gdLst/>
              <a:ahLst/>
              <a:cxnLst/>
              <a:rect l="l" t="t" r="r" b="b"/>
              <a:pathLst>
                <a:path w="5661025" h="4117340">
                  <a:moveTo>
                    <a:pt x="5660415" y="2114854"/>
                  </a:moveTo>
                  <a:lnTo>
                    <a:pt x="5633034" y="2084870"/>
                  </a:lnTo>
                  <a:lnTo>
                    <a:pt x="4743234" y="2044446"/>
                  </a:lnTo>
                  <a:lnTo>
                    <a:pt x="4640859" y="1867027"/>
                  </a:lnTo>
                  <a:lnTo>
                    <a:pt x="4640859" y="2058631"/>
                  </a:lnTo>
                  <a:lnTo>
                    <a:pt x="3508235" y="4021467"/>
                  </a:lnTo>
                  <a:lnTo>
                    <a:pt x="1243088" y="4021467"/>
                  </a:lnTo>
                  <a:lnTo>
                    <a:pt x="110477" y="2058631"/>
                  </a:lnTo>
                  <a:lnTo>
                    <a:pt x="1243088" y="95783"/>
                  </a:lnTo>
                  <a:lnTo>
                    <a:pt x="3508235" y="95783"/>
                  </a:lnTo>
                  <a:lnTo>
                    <a:pt x="4640859" y="2058631"/>
                  </a:lnTo>
                  <a:lnTo>
                    <a:pt x="4640859" y="1867027"/>
                  </a:lnTo>
                  <a:lnTo>
                    <a:pt x="3618839" y="95783"/>
                  </a:lnTo>
                  <a:lnTo>
                    <a:pt x="3563569" y="0"/>
                  </a:lnTo>
                  <a:lnTo>
                    <a:pt x="1187856" y="0"/>
                  </a:lnTo>
                  <a:lnTo>
                    <a:pt x="0" y="2058631"/>
                  </a:lnTo>
                  <a:lnTo>
                    <a:pt x="1187856" y="4117263"/>
                  </a:lnTo>
                  <a:lnTo>
                    <a:pt x="3563569" y="4117263"/>
                  </a:lnTo>
                  <a:lnTo>
                    <a:pt x="3618839" y="4021467"/>
                  </a:lnTo>
                  <a:lnTo>
                    <a:pt x="4726864" y="2101202"/>
                  </a:lnTo>
                  <a:lnTo>
                    <a:pt x="5630443" y="2142248"/>
                  </a:lnTo>
                  <a:lnTo>
                    <a:pt x="5631688" y="2142248"/>
                  </a:lnTo>
                  <a:lnTo>
                    <a:pt x="5642546" y="2140140"/>
                  </a:lnTo>
                  <a:lnTo>
                    <a:pt x="5651538" y="2134336"/>
                  </a:lnTo>
                  <a:lnTo>
                    <a:pt x="5657799" y="2125637"/>
                  </a:lnTo>
                  <a:lnTo>
                    <a:pt x="5660415" y="2114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30070" y="5309796"/>
              <a:ext cx="194146" cy="19426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507639" y="5562587"/>
              <a:ext cx="1520190" cy="81280"/>
            </a:xfrm>
            <a:custGeom>
              <a:avLst/>
              <a:gdLst/>
              <a:ahLst/>
              <a:cxnLst/>
              <a:rect l="l" t="t" r="r" b="b"/>
              <a:pathLst>
                <a:path w="1520190" h="81279">
                  <a:moveTo>
                    <a:pt x="1491235" y="81038"/>
                  </a:moveTo>
                  <a:lnTo>
                    <a:pt x="28241" y="57474"/>
                  </a:lnTo>
                  <a:lnTo>
                    <a:pt x="0" y="28258"/>
                  </a:lnTo>
                  <a:lnTo>
                    <a:pt x="2400" y="17215"/>
                  </a:lnTo>
                  <a:lnTo>
                    <a:pt x="8580" y="8237"/>
                  </a:lnTo>
                  <a:lnTo>
                    <a:pt x="17649" y="2206"/>
                  </a:lnTo>
                  <a:lnTo>
                    <a:pt x="29198" y="0"/>
                  </a:lnTo>
                  <a:lnTo>
                    <a:pt x="1491714" y="23564"/>
                  </a:lnTo>
                  <a:lnTo>
                    <a:pt x="1502871" y="26014"/>
                  </a:lnTo>
                  <a:lnTo>
                    <a:pt x="1511901" y="32317"/>
                  </a:lnTo>
                  <a:lnTo>
                    <a:pt x="1517898" y="41547"/>
                  </a:lnTo>
                  <a:lnTo>
                    <a:pt x="1519955" y="52780"/>
                  </a:lnTo>
                  <a:lnTo>
                    <a:pt x="1517554" y="63823"/>
                  </a:lnTo>
                  <a:lnTo>
                    <a:pt x="1511375" y="72800"/>
                  </a:lnTo>
                  <a:lnTo>
                    <a:pt x="1502306" y="78832"/>
                  </a:lnTo>
                  <a:lnTo>
                    <a:pt x="1491235" y="810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96566" y="5517378"/>
              <a:ext cx="194755" cy="1948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5419660" y="5809247"/>
              <a:ext cx="1211580" cy="92075"/>
            </a:xfrm>
            <a:custGeom>
              <a:avLst/>
              <a:gdLst/>
              <a:ahLst/>
              <a:cxnLst/>
              <a:rect l="l" t="t" r="r" b="b"/>
              <a:pathLst>
                <a:path w="1211580" h="92075">
                  <a:moveTo>
                    <a:pt x="1182783" y="91958"/>
                  </a:moveTo>
                  <a:lnTo>
                    <a:pt x="27858" y="57474"/>
                  </a:lnTo>
                  <a:lnTo>
                    <a:pt x="0" y="27874"/>
                  </a:lnTo>
                  <a:lnTo>
                    <a:pt x="2508" y="16972"/>
                  </a:lnTo>
                  <a:lnTo>
                    <a:pt x="8723" y="8118"/>
                  </a:lnTo>
                  <a:lnTo>
                    <a:pt x="17756" y="2173"/>
                  </a:lnTo>
                  <a:lnTo>
                    <a:pt x="29581" y="0"/>
                  </a:lnTo>
                  <a:lnTo>
                    <a:pt x="1183644" y="34484"/>
                  </a:lnTo>
                  <a:lnTo>
                    <a:pt x="1194769" y="37075"/>
                  </a:lnTo>
                  <a:lnTo>
                    <a:pt x="1203712" y="43500"/>
                  </a:lnTo>
                  <a:lnTo>
                    <a:pt x="1209587" y="52817"/>
                  </a:lnTo>
                  <a:lnTo>
                    <a:pt x="1211503" y="64083"/>
                  </a:lnTo>
                  <a:lnTo>
                    <a:pt x="1208994" y="74985"/>
                  </a:lnTo>
                  <a:lnTo>
                    <a:pt x="1202779" y="83840"/>
                  </a:lnTo>
                  <a:lnTo>
                    <a:pt x="1193746" y="89785"/>
                  </a:lnTo>
                  <a:lnTo>
                    <a:pt x="1182783" y="919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00488" y="5775145"/>
              <a:ext cx="194242" cy="19435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6645572" y="4888749"/>
              <a:ext cx="740410" cy="567690"/>
            </a:xfrm>
            <a:custGeom>
              <a:avLst/>
              <a:gdLst/>
              <a:ahLst/>
              <a:cxnLst/>
              <a:rect l="l" t="t" r="r" b="b"/>
              <a:pathLst>
                <a:path w="740409" h="567689">
                  <a:moveTo>
                    <a:pt x="34416" y="567222"/>
                  </a:moveTo>
                  <a:lnTo>
                    <a:pt x="532" y="545304"/>
                  </a:lnTo>
                  <a:lnTo>
                    <a:pt x="0" y="534294"/>
                  </a:lnTo>
                  <a:lnTo>
                    <a:pt x="3631" y="523895"/>
                  </a:lnTo>
                  <a:lnTo>
                    <a:pt x="11248" y="515400"/>
                  </a:lnTo>
                  <a:lnTo>
                    <a:pt x="694209" y="5412"/>
                  </a:lnTo>
                  <a:lnTo>
                    <a:pt x="704530" y="532"/>
                  </a:lnTo>
                  <a:lnTo>
                    <a:pt x="715533" y="0"/>
                  </a:lnTo>
                  <a:lnTo>
                    <a:pt x="725926" y="3633"/>
                  </a:lnTo>
                  <a:lnTo>
                    <a:pt x="734417" y="11255"/>
                  </a:lnTo>
                  <a:lnTo>
                    <a:pt x="739293" y="21582"/>
                  </a:lnTo>
                  <a:lnTo>
                    <a:pt x="739825" y="32592"/>
                  </a:lnTo>
                  <a:lnTo>
                    <a:pt x="736194" y="42991"/>
                  </a:lnTo>
                  <a:lnTo>
                    <a:pt x="728577" y="51487"/>
                  </a:lnTo>
                  <a:lnTo>
                    <a:pt x="40447" y="565307"/>
                  </a:lnTo>
                  <a:lnTo>
                    <a:pt x="34416" y="5672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256840" y="4823911"/>
              <a:ext cx="192399" cy="19251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008161" y="5399551"/>
              <a:ext cx="306705" cy="250825"/>
            </a:xfrm>
            <a:custGeom>
              <a:avLst/>
              <a:gdLst/>
              <a:ahLst/>
              <a:cxnLst/>
              <a:rect l="l" t="t" r="r" b="b"/>
              <a:pathLst>
                <a:path w="306705" h="250825">
                  <a:moveTo>
                    <a:pt x="34655" y="250204"/>
                  </a:moveTo>
                  <a:lnTo>
                    <a:pt x="28528" y="250204"/>
                  </a:lnTo>
                  <a:lnTo>
                    <a:pt x="19912" y="250204"/>
                  </a:lnTo>
                  <a:lnTo>
                    <a:pt x="11392" y="246372"/>
                  </a:lnTo>
                  <a:lnTo>
                    <a:pt x="5744" y="238997"/>
                  </a:lnTo>
                  <a:lnTo>
                    <a:pt x="709" y="228762"/>
                  </a:lnTo>
                  <a:lnTo>
                    <a:pt x="0" y="217755"/>
                  </a:lnTo>
                  <a:lnTo>
                    <a:pt x="3455" y="207287"/>
                  </a:lnTo>
                  <a:lnTo>
                    <a:pt x="10913" y="198669"/>
                  </a:lnTo>
                  <a:lnTo>
                    <a:pt x="260489" y="5747"/>
                  </a:lnTo>
                  <a:lnTo>
                    <a:pt x="270718" y="709"/>
                  </a:lnTo>
                  <a:lnTo>
                    <a:pt x="281718" y="0"/>
                  </a:lnTo>
                  <a:lnTo>
                    <a:pt x="292180" y="3457"/>
                  </a:lnTo>
                  <a:lnTo>
                    <a:pt x="300793" y="10920"/>
                  </a:lnTo>
                  <a:lnTo>
                    <a:pt x="305828" y="21154"/>
                  </a:lnTo>
                  <a:lnTo>
                    <a:pt x="306537" y="32161"/>
                  </a:lnTo>
                  <a:lnTo>
                    <a:pt x="303082" y="42629"/>
                  </a:lnTo>
                  <a:lnTo>
                    <a:pt x="295624" y="51248"/>
                  </a:lnTo>
                  <a:lnTo>
                    <a:pt x="40782" y="248193"/>
                  </a:lnTo>
                  <a:lnTo>
                    <a:pt x="34655" y="2502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186106" y="5334582"/>
              <a:ext cx="192758" cy="19287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6612391" y="5841998"/>
              <a:ext cx="643890" cy="351155"/>
            </a:xfrm>
            <a:custGeom>
              <a:avLst/>
              <a:gdLst/>
              <a:ahLst/>
              <a:cxnLst/>
              <a:rect l="l" t="t" r="r" b="b"/>
              <a:pathLst>
                <a:path w="643890" h="351154">
                  <a:moveTo>
                    <a:pt x="614807" y="350793"/>
                  </a:moveTo>
                  <a:lnTo>
                    <a:pt x="610499" y="350793"/>
                  </a:lnTo>
                  <a:lnTo>
                    <a:pt x="606096" y="349836"/>
                  </a:lnTo>
                  <a:lnTo>
                    <a:pt x="15805" y="54418"/>
                  </a:lnTo>
                  <a:lnTo>
                    <a:pt x="6827" y="47403"/>
                  </a:lnTo>
                  <a:lnTo>
                    <a:pt x="1421" y="37810"/>
                  </a:lnTo>
                  <a:lnTo>
                    <a:pt x="0" y="26871"/>
                  </a:lnTo>
                  <a:lnTo>
                    <a:pt x="2976" y="15814"/>
                  </a:lnTo>
                  <a:lnTo>
                    <a:pt x="9987" y="6831"/>
                  </a:lnTo>
                  <a:lnTo>
                    <a:pt x="19574" y="1422"/>
                  </a:lnTo>
                  <a:lnTo>
                    <a:pt x="30507" y="0"/>
                  </a:lnTo>
                  <a:lnTo>
                    <a:pt x="41557" y="2978"/>
                  </a:lnTo>
                  <a:lnTo>
                    <a:pt x="627731" y="296288"/>
                  </a:lnTo>
                  <a:lnTo>
                    <a:pt x="636709" y="303303"/>
                  </a:lnTo>
                  <a:lnTo>
                    <a:pt x="642115" y="312896"/>
                  </a:lnTo>
                  <a:lnTo>
                    <a:pt x="643536" y="323835"/>
                  </a:lnTo>
                  <a:lnTo>
                    <a:pt x="640559" y="334892"/>
                  </a:lnTo>
                  <a:lnTo>
                    <a:pt x="635876" y="341620"/>
                  </a:lnTo>
                  <a:lnTo>
                    <a:pt x="629729" y="346614"/>
                  </a:lnTo>
                  <a:lnTo>
                    <a:pt x="622560" y="349723"/>
                  </a:lnTo>
                  <a:lnTo>
                    <a:pt x="614807" y="3507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125874" y="6064777"/>
              <a:ext cx="194032" cy="19414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4510482" y="2287728"/>
              <a:ext cx="1126490" cy="1112520"/>
            </a:xfrm>
            <a:custGeom>
              <a:avLst/>
              <a:gdLst/>
              <a:ahLst/>
              <a:cxnLst/>
              <a:rect l="l" t="t" r="r" b="b"/>
              <a:pathLst>
                <a:path w="1126490" h="1112520">
                  <a:moveTo>
                    <a:pt x="55238" y="1111911"/>
                  </a:moveTo>
                  <a:lnTo>
                    <a:pt x="28719" y="1111911"/>
                  </a:lnTo>
                  <a:lnTo>
                    <a:pt x="17528" y="1109657"/>
                  </a:lnTo>
                  <a:lnTo>
                    <a:pt x="8400" y="1103505"/>
                  </a:lnTo>
                  <a:lnTo>
                    <a:pt x="2252" y="1094372"/>
                  </a:lnTo>
                  <a:lnTo>
                    <a:pt x="0" y="1083173"/>
                  </a:lnTo>
                  <a:lnTo>
                    <a:pt x="2252" y="1071975"/>
                  </a:lnTo>
                  <a:lnTo>
                    <a:pt x="8400" y="1062842"/>
                  </a:lnTo>
                  <a:lnTo>
                    <a:pt x="17528" y="1056690"/>
                  </a:lnTo>
                  <a:lnTo>
                    <a:pt x="28719" y="1054436"/>
                  </a:lnTo>
                  <a:lnTo>
                    <a:pt x="31496" y="1054436"/>
                  </a:lnTo>
                  <a:lnTo>
                    <a:pt x="1076902" y="8405"/>
                  </a:lnTo>
                  <a:lnTo>
                    <a:pt x="1086394" y="2101"/>
                  </a:lnTo>
                  <a:lnTo>
                    <a:pt x="1097197" y="0"/>
                  </a:lnTo>
                  <a:lnTo>
                    <a:pt x="1108000" y="2101"/>
                  </a:lnTo>
                  <a:lnTo>
                    <a:pt x="1117493" y="8405"/>
                  </a:lnTo>
                  <a:lnTo>
                    <a:pt x="1123793" y="17903"/>
                  </a:lnTo>
                  <a:lnTo>
                    <a:pt x="1125893" y="28713"/>
                  </a:lnTo>
                  <a:lnTo>
                    <a:pt x="1123793" y="39522"/>
                  </a:lnTo>
                  <a:lnTo>
                    <a:pt x="1117493" y="49020"/>
                  </a:lnTo>
                  <a:lnTo>
                    <a:pt x="55238" y="11119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06969" y="2222662"/>
              <a:ext cx="194338" cy="19445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4671817" y="3003953"/>
              <a:ext cx="688975" cy="689610"/>
            </a:xfrm>
            <a:custGeom>
              <a:avLst/>
              <a:gdLst/>
              <a:ahLst/>
              <a:cxnLst/>
              <a:rect l="l" t="t" r="r" b="b"/>
              <a:pathLst>
                <a:path w="688975" h="689610">
                  <a:moveTo>
                    <a:pt x="36067" y="689188"/>
                  </a:moveTo>
                  <a:lnTo>
                    <a:pt x="28695" y="689188"/>
                  </a:lnTo>
                  <a:lnTo>
                    <a:pt x="21324" y="689188"/>
                  </a:lnTo>
                  <a:lnTo>
                    <a:pt x="13953" y="686410"/>
                  </a:lnTo>
                  <a:lnTo>
                    <a:pt x="8400" y="680758"/>
                  </a:lnTo>
                  <a:lnTo>
                    <a:pt x="2100" y="671260"/>
                  </a:lnTo>
                  <a:lnTo>
                    <a:pt x="0" y="660451"/>
                  </a:lnTo>
                  <a:lnTo>
                    <a:pt x="2100" y="649641"/>
                  </a:lnTo>
                  <a:lnTo>
                    <a:pt x="8400" y="640143"/>
                  </a:lnTo>
                  <a:lnTo>
                    <a:pt x="639760" y="8405"/>
                  </a:lnTo>
                  <a:lnTo>
                    <a:pt x="649253" y="2101"/>
                  </a:lnTo>
                  <a:lnTo>
                    <a:pt x="660056" y="0"/>
                  </a:lnTo>
                  <a:lnTo>
                    <a:pt x="670859" y="2101"/>
                  </a:lnTo>
                  <a:lnTo>
                    <a:pt x="680351" y="8405"/>
                  </a:lnTo>
                  <a:lnTo>
                    <a:pt x="686651" y="17903"/>
                  </a:lnTo>
                  <a:lnTo>
                    <a:pt x="688752" y="28713"/>
                  </a:lnTo>
                  <a:lnTo>
                    <a:pt x="686651" y="39522"/>
                  </a:lnTo>
                  <a:lnTo>
                    <a:pt x="680351" y="49020"/>
                  </a:lnTo>
                  <a:lnTo>
                    <a:pt x="43342" y="686410"/>
                  </a:lnTo>
                  <a:lnTo>
                    <a:pt x="36067" y="6891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231222" y="2938756"/>
              <a:ext cx="194374" cy="19452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4187826" y="2673763"/>
              <a:ext cx="696595" cy="681990"/>
            </a:xfrm>
            <a:custGeom>
              <a:avLst/>
              <a:gdLst/>
              <a:ahLst/>
              <a:cxnLst/>
              <a:rect l="l" t="t" r="r" b="b"/>
              <a:pathLst>
                <a:path w="696594" h="681989">
                  <a:moveTo>
                    <a:pt x="28660" y="681812"/>
                  </a:moveTo>
                  <a:lnTo>
                    <a:pt x="20714" y="681812"/>
                  </a:lnTo>
                  <a:lnTo>
                    <a:pt x="12672" y="678459"/>
                  </a:lnTo>
                  <a:lnTo>
                    <a:pt x="7024" y="672041"/>
                  </a:lnTo>
                  <a:lnTo>
                    <a:pt x="1371" y="662127"/>
                  </a:lnTo>
                  <a:lnTo>
                    <a:pt x="0" y="651207"/>
                  </a:lnTo>
                  <a:lnTo>
                    <a:pt x="2810" y="640574"/>
                  </a:lnTo>
                  <a:lnTo>
                    <a:pt x="9704" y="631522"/>
                  </a:lnTo>
                  <a:lnTo>
                    <a:pt x="126308" y="529409"/>
                  </a:lnTo>
                  <a:lnTo>
                    <a:pt x="647000" y="8405"/>
                  </a:lnTo>
                  <a:lnTo>
                    <a:pt x="656493" y="2101"/>
                  </a:lnTo>
                  <a:lnTo>
                    <a:pt x="667296" y="0"/>
                  </a:lnTo>
                  <a:lnTo>
                    <a:pt x="678099" y="2101"/>
                  </a:lnTo>
                  <a:lnTo>
                    <a:pt x="687591" y="8405"/>
                  </a:lnTo>
                  <a:lnTo>
                    <a:pt x="693892" y="17903"/>
                  </a:lnTo>
                  <a:lnTo>
                    <a:pt x="695992" y="28713"/>
                  </a:lnTo>
                  <a:lnTo>
                    <a:pt x="693892" y="39522"/>
                  </a:lnTo>
                  <a:lnTo>
                    <a:pt x="687591" y="49020"/>
                  </a:lnTo>
                  <a:lnTo>
                    <a:pt x="164888" y="571940"/>
                  </a:lnTo>
                  <a:lnTo>
                    <a:pt x="42063" y="679417"/>
                  </a:lnTo>
                  <a:lnTo>
                    <a:pt x="35361" y="681716"/>
                  </a:lnTo>
                  <a:lnTo>
                    <a:pt x="28660" y="6817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754471" y="2608662"/>
              <a:ext cx="194374" cy="19452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848325" y="2162219"/>
              <a:ext cx="57785" cy="523875"/>
            </a:xfrm>
            <a:custGeom>
              <a:avLst/>
              <a:gdLst/>
              <a:ahLst/>
              <a:cxnLst/>
              <a:rect l="l" t="t" r="r" b="b"/>
              <a:pathLst>
                <a:path w="57784" h="523875">
                  <a:moveTo>
                    <a:pt x="28719" y="523494"/>
                  </a:moveTo>
                  <a:lnTo>
                    <a:pt x="17528" y="521240"/>
                  </a:lnTo>
                  <a:lnTo>
                    <a:pt x="8400" y="515088"/>
                  </a:lnTo>
                  <a:lnTo>
                    <a:pt x="2252" y="505955"/>
                  </a:lnTo>
                  <a:lnTo>
                    <a:pt x="0" y="494757"/>
                  </a:lnTo>
                  <a:lnTo>
                    <a:pt x="0" y="28737"/>
                  </a:lnTo>
                  <a:lnTo>
                    <a:pt x="2252" y="17538"/>
                  </a:lnTo>
                  <a:lnTo>
                    <a:pt x="8400" y="8405"/>
                  </a:lnTo>
                  <a:lnTo>
                    <a:pt x="17528" y="2254"/>
                  </a:lnTo>
                  <a:lnTo>
                    <a:pt x="28719" y="0"/>
                  </a:lnTo>
                  <a:lnTo>
                    <a:pt x="39911" y="2254"/>
                  </a:lnTo>
                  <a:lnTo>
                    <a:pt x="49039" y="8405"/>
                  </a:lnTo>
                  <a:lnTo>
                    <a:pt x="55187" y="17538"/>
                  </a:lnTo>
                  <a:lnTo>
                    <a:pt x="57439" y="28737"/>
                  </a:lnTo>
                  <a:lnTo>
                    <a:pt x="57439" y="494757"/>
                  </a:lnTo>
                  <a:lnTo>
                    <a:pt x="55187" y="505955"/>
                  </a:lnTo>
                  <a:lnTo>
                    <a:pt x="49039" y="515088"/>
                  </a:lnTo>
                  <a:lnTo>
                    <a:pt x="39911" y="521240"/>
                  </a:lnTo>
                  <a:lnTo>
                    <a:pt x="28719" y="5234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779875" y="2098614"/>
              <a:ext cx="194338" cy="19445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5594469" y="1878487"/>
              <a:ext cx="57785" cy="395605"/>
            </a:xfrm>
            <a:custGeom>
              <a:avLst/>
              <a:gdLst/>
              <a:ahLst/>
              <a:cxnLst/>
              <a:rect l="l" t="t" r="r" b="b"/>
              <a:pathLst>
                <a:path w="57784" h="395605">
                  <a:moveTo>
                    <a:pt x="28719" y="395518"/>
                  </a:moveTo>
                  <a:lnTo>
                    <a:pt x="17528" y="393264"/>
                  </a:lnTo>
                  <a:lnTo>
                    <a:pt x="8400" y="387113"/>
                  </a:lnTo>
                  <a:lnTo>
                    <a:pt x="2252" y="377979"/>
                  </a:lnTo>
                  <a:lnTo>
                    <a:pt x="0" y="366781"/>
                  </a:lnTo>
                  <a:lnTo>
                    <a:pt x="0" y="28737"/>
                  </a:lnTo>
                  <a:lnTo>
                    <a:pt x="2252" y="17538"/>
                  </a:lnTo>
                  <a:lnTo>
                    <a:pt x="8400" y="8405"/>
                  </a:lnTo>
                  <a:lnTo>
                    <a:pt x="17528" y="2254"/>
                  </a:lnTo>
                  <a:lnTo>
                    <a:pt x="28719" y="0"/>
                  </a:lnTo>
                  <a:lnTo>
                    <a:pt x="39911" y="2254"/>
                  </a:lnTo>
                  <a:lnTo>
                    <a:pt x="49039" y="8405"/>
                  </a:lnTo>
                  <a:lnTo>
                    <a:pt x="55187" y="17538"/>
                  </a:lnTo>
                  <a:lnTo>
                    <a:pt x="57439" y="28737"/>
                  </a:lnTo>
                  <a:lnTo>
                    <a:pt x="57439" y="366781"/>
                  </a:lnTo>
                  <a:lnTo>
                    <a:pt x="55187" y="377980"/>
                  </a:lnTo>
                  <a:lnTo>
                    <a:pt x="49039" y="387113"/>
                  </a:lnTo>
                  <a:lnTo>
                    <a:pt x="39911" y="393264"/>
                  </a:lnTo>
                  <a:lnTo>
                    <a:pt x="28719" y="3955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526020" y="1814787"/>
              <a:ext cx="194338" cy="19445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351714" y="3003282"/>
              <a:ext cx="269081" cy="26924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3117182" y="2142773"/>
              <a:ext cx="57785" cy="1227455"/>
            </a:xfrm>
            <a:custGeom>
              <a:avLst/>
              <a:gdLst/>
              <a:ahLst/>
              <a:cxnLst/>
              <a:rect l="l" t="t" r="r" b="b"/>
              <a:pathLst>
                <a:path w="57784" h="1227454">
                  <a:moveTo>
                    <a:pt x="28719" y="1227458"/>
                  </a:moveTo>
                  <a:lnTo>
                    <a:pt x="17528" y="1225204"/>
                  </a:lnTo>
                  <a:lnTo>
                    <a:pt x="8400" y="1219052"/>
                  </a:lnTo>
                  <a:lnTo>
                    <a:pt x="2252" y="1209919"/>
                  </a:lnTo>
                  <a:lnTo>
                    <a:pt x="0" y="1198721"/>
                  </a:lnTo>
                  <a:lnTo>
                    <a:pt x="0" y="28737"/>
                  </a:lnTo>
                  <a:lnTo>
                    <a:pt x="2252" y="17538"/>
                  </a:lnTo>
                  <a:lnTo>
                    <a:pt x="8400" y="8405"/>
                  </a:lnTo>
                  <a:lnTo>
                    <a:pt x="17528" y="2254"/>
                  </a:lnTo>
                  <a:lnTo>
                    <a:pt x="28719" y="0"/>
                  </a:lnTo>
                  <a:lnTo>
                    <a:pt x="39911" y="2254"/>
                  </a:lnTo>
                  <a:lnTo>
                    <a:pt x="49039" y="8405"/>
                  </a:lnTo>
                  <a:lnTo>
                    <a:pt x="55187" y="17538"/>
                  </a:lnTo>
                  <a:lnTo>
                    <a:pt x="57439" y="28737"/>
                  </a:lnTo>
                  <a:lnTo>
                    <a:pt x="57439" y="1198721"/>
                  </a:lnTo>
                  <a:lnTo>
                    <a:pt x="55187" y="1209919"/>
                  </a:lnTo>
                  <a:lnTo>
                    <a:pt x="49039" y="1219052"/>
                  </a:lnTo>
                  <a:lnTo>
                    <a:pt x="39911" y="1225204"/>
                  </a:lnTo>
                  <a:lnTo>
                    <a:pt x="28719" y="12274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048733" y="2079264"/>
              <a:ext cx="194338" cy="19445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2853246" y="2597969"/>
              <a:ext cx="57785" cy="758190"/>
            </a:xfrm>
            <a:custGeom>
              <a:avLst/>
              <a:gdLst/>
              <a:ahLst/>
              <a:cxnLst/>
              <a:rect l="l" t="t" r="r" b="b"/>
              <a:pathLst>
                <a:path w="57784" h="758189">
                  <a:moveTo>
                    <a:pt x="28719" y="757606"/>
                  </a:moveTo>
                  <a:lnTo>
                    <a:pt x="17528" y="755352"/>
                  </a:lnTo>
                  <a:lnTo>
                    <a:pt x="8400" y="749200"/>
                  </a:lnTo>
                  <a:lnTo>
                    <a:pt x="2252" y="740067"/>
                  </a:lnTo>
                  <a:lnTo>
                    <a:pt x="0" y="728869"/>
                  </a:lnTo>
                  <a:lnTo>
                    <a:pt x="0" y="28737"/>
                  </a:lnTo>
                  <a:lnTo>
                    <a:pt x="2252" y="17538"/>
                  </a:lnTo>
                  <a:lnTo>
                    <a:pt x="8400" y="8405"/>
                  </a:lnTo>
                  <a:lnTo>
                    <a:pt x="17528" y="2254"/>
                  </a:lnTo>
                  <a:lnTo>
                    <a:pt x="28719" y="0"/>
                  </a:lnTo>
                  <a:lnTo>
                    <a:pt x="39911" y="2254"/>
                  </a:lnTo>
                  <a:lnTo>
                    <a:pt x="49039" y="8405"/>
                  </a:lnTo>
                  <a:lnTo>
                    <a:pt x="55187" y="17538"/>
                  </a:lnTo>
                  <a:lnTo>
                    <a:pt x="57439" y="28737"/>
                  </a:lnTo>
                  <a:lnTo>
                    <a:pt x="57439" y="728869"/>
                  </a:lnTo>
                  <a:lnTo>
                    <a:pt x="55187" y="740067"/>
                  </a:lnTo>
                  <a:lnTo>
                    <a:pt x="49039" y="749200"/>
                  </a:lnTo>
                  <a:lnTo>
                    <a:pt x="39911" y="755352"/>
                  </a:lnTo>
                  <a:lnTo>
                    <a:pt x="28719" y="7576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784797" y="2534364"/>
              <a:ext cx="194338" cy="19445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3337177" y="1611160"/>
              <a:ext cx="421005" cy="1730375"/>
            </a:xfrm>
            <a:custGeom>
              <a:avLst/>
              <a:gdLst/>
              <a:ahLst/>
              <a:cxnLst/>
              <a:rect l="l" t="t" r="r" b="b"/>
              <a:pathLst>
                <a:path w="421005" h="1730375">
                  <a:moveTo>
                    <a:pt x="28719" y="1729759"/>
                  </a:moveTo>
                  <a:lnTo>
                    <a:pt x="17528" y="1727505"/>
                  </a:lnTo>
                  <a:lnTo>
                    <a:pt x="8400" y="1721353"/>
                  </a:lnTo>
                  <a:lnTo>
                    <a:pt x="2252" y="1712220"/>
                  </a:lnTo>
                  <a:lnTo>
                    <a:pt x="0" y="1701022"/>
                  </a:lnTo>
                  <a:lnTo>
                    <a:pt x="0" y="380168"/>
                  </a:lnTo>
                  <a:lnTo>
                    <a:pt x="371540" y="8405"/>
                  </a:lnTo>
                  <a:lnTo>
                    <a:pt x="381032" y="2101"/>
                  </a:lnTo>
                  <a:lnTo>
                    <a:pt x="391835" y="0"/>
                  </a:lnTo>
                  <a:lnTo>
                    <a:pt x="402638" y="2101"/>
                  </a:lnTo>
                  <a:lnTo>
                    <a:pt x="412131" y="8405"/>
                  </a:lnTo>
                  <a:lnTo>
                    <a:pt x="418431" y="17903"/>
                  </a:lnTo>
                  <a:lnTo>
                    <a:pt x="420531" y="28713"/>
                  </a:lnTo>
                  <a:lnTo>
                    <a:pt x="418431" y="39522"/>
                  </a:lnTo>
                  <a:lnTo>
                    <a:pt x="412131" y="49020"/>
                  </a:lnTo>
                  <a:lnTo>
                    <a:pt x="57439" y="403924"/>
                  </a:lnTo>
                  <a:lnTo>
                    <a:pt x="57439" y="1701022"/>
                  </a:lnTo>
                  <a:lnTo>
                    <a:pt x="55187" y="1712220"/>
                  </a:lnTo>
                  <a:lnTo>
                    <a:pt x="49039" y="1721353"/>
                  </a:lnTo>
                  <a:lnTo>
                    <a:pt x="39911" y="1727505"/>
                  </a:lnTo>
                  <a:lnTo>
                    <a:pt x="28719" y="17297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628397" y="1546094"/>
              <a:ext cx="194338" cy="19445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2817657" y="1779847"/>
              <a:ext cx="347345" cy="347980"/>
            </a:xfrm>
            <a:custGeom>
              <a:avLst/>
              <a:gdLst/>
              <a:ahLst/>
              <a:cxnLst/>
              <a:rect l="l" t="t" r="r" b="b"/>
              <a:pathLst>
                <a:path w="347344" h="347980">
                  <a:moveTo>
                    <a:pt x="325851" y="347408"/>
                  </a:moveTo>
                  <a:lnTo>
                    <a:pt x="318480" y="347408"/>
                  </a:lnTo>
                  <a:lnTo>
                    <a:pt x="311108" y="347408"/>
                  </a:lnTo>
                  <a:lnTo>
                    <a:pt x="303737" y="344630"/>
                  </a:lnTo>
                  <a:lnTo>
                    <a:pt x="8400" y="49020"/>
                  </a:lnTo>
                  <a:lnTo>
                    <a:pt x="2100" y="39522"/>
                  </a:lnTo>
                  <a:lnTo>
                    <a:pt x="0" y="28713"/>
                  </a:lnTo>
                  <a:lnTo>
                    <a:pt x="2100" y="17903"/>
                  </a:lnTo>
                  <a:lnTo>
                    <a:pt x="8400" y="8405"/>
                  </a:lnTo>
                  <a:lnTo>
                    <a:pt x="17893" y="2101"/>
                  </a:lnTo>
                  <a:lnTo>
                    <a:pt x="28696" y="0"/>
                  </a:lnTo>
                  <a:lnTo>
                    <a:pt x="39499" y="2101"/>
                  </a:lnTo>
                  <a:lnTo>
                    <a:pt x="48991" y="8405"/>
                  </a:lnTo>
                  <a:lnTo>
                    <a:pt x="338775" y="298363"/>
                  </a:lnTo>
                  <a:lnTo>
                    <a:pt x="345076" y="307861"/>
                  </a:lnTo>
                  <a:lnTo>
                    <a:pt x="347176" y="318670"/>
                  </a:lnTo>
                  <a:lnTo>
                    <a:pt x="345076" y="329480"/>
                  </a:lnTo>
                  <a:lnTo>
                    <a:pt x="338775" y="338978"/>
                  </a:lnTo>
                  <a:lnTo>
                    <a:pt x="333127" y="344630"/>
                  </a:lnTo>
                  <a:lnTo>
                    <a:pt x="325851" y="3474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752630" y="1714781"/>
              <a:ext cx="194338" cy="19445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565281" y="2299390"/>
              <a:ext cx="311587" cy="31170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9792178" y="5337863"/>
              <a:ext cx="1256030" cy="57785"/>
            </a:xfrm>
            <a:custGeom>
              <a:avLst/>
              <a:gdLst/>
              <a:ahLst/>
              <a:cxnLst/>
              <a:rect l="l" t="t" r="r" b="b"/>
              <a:pathLst>
                <a:path w="1256029" h="57785">
                  <a:moveTo>
                    <a:pt x="1227203" y="57474"/>
                  </a:moveTo>
                  <a:lnTo>
                    <a:pt x="28719" y="57474"/>
                  </a:lnTo>
                  <a:lnTo>
                    <a:pt x="17528" y="55220"/>
                  </a:lnTo>
                  <a:lnTo>
                    <a:pt x="8400" y="49068"/>
                  </a:lnTo>
                  <a:lnTo>
                    <a:pt x="2252" y="39935"/>
                  </a:lnTo>
                  <a:lnTo>
                    <a:pt x="0" y="28737"/>
                  </a:lnTo>
                  <a:lnTo>
                    <a:pt x="2252" y="17538"/>
                  </a:lnTo>
                  <a:lnTo>
                    <a:pt x="8400" y="8405"/>
                  </a:lnTo>
                  <a:lnTo>
                    <a:pt x="17528" y="2254"/>
                  </a:lnTo>
                  <a:lnTo>
                    <a:pt x="28719" y="0"/>
                  </a:lnTo>
                  <a:lnTo>
                    <a:pt x="1227299" y="0"/>
                  </a:lnTo>
                  <a:lnTo>
                    <a:pt x="1238490" y="2254"/>
                  </a:lnTo>
                  <a:lnTo>
                    <a:pt x="1247618" y="8405"/>
                  </a:lnTo>
                  <a:lnTo>
                    <a:pt x="1253766" y="17538"/>
                  </a:lnTo>
                  <a:lnTo>
                    <a:pt x="1256019" y="28737"/>
                  </a:lnTo>
                  <a:lnTo>
                    <a:pt x="1253766" y="39935"/>
                  </a:lnTo>
                  <a:lnTo>
                    <a:pt x="1247618" y="49068"/>
                  </a:lnTo>
                  <a:lnTo>
                    <a:pt x="1238490" y="55220"/>
                  </a:lnTo>
                  <a:lnTo>
                    <a:pt x="1227203" y="574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728515" y="5269372"/>
              <a:ext cx="194338" cy="19445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0059752" y="5587301"/>
              <a:ext cx="1120775" cy="57785"/>
            </a:xfrm>
            <a:custGeom>
              <a:avLst/>
              <a:gdLst/>
              <a:ahLst/>
              <a:cxnLst/>
              <a:rect l="l" t="t" r="r" b="b"/>
              <a:pathLst>
                <a:path w="1120775" h="57785">
                  <a:moveTo>
                    <a:pt x="1091645" y="57474"/>
                  </a:moveTo>
                  <a:lnTo>
                    <a:pt x="28719" y="57474"/>
                  </a:lnTo>
                  <a:lnTo>
                    <a:pt x="17528" y="55220"/>
                  </a:lnTo>
                  <a:lnTo>
                    <a:pt x="8400" y="49068"/>
                  </a:lnTo>
                  <a:lnTo>
                    <a:pt x="2252" y="39935"/>
                  </a:lnTo>
                  <a:lnTo>
                    <a:pt x="0" y="28737"/>
                  </a:lnTo>
                  <a:lnTo>
                    <a:pt x="2252" y="17538"/>
                  </a:lnTo>
                  <a:lnTo>
                    <a:pt x="8400" y="8405"/>
                  </a:lnTo>
                  <a:lnTo>
                    <a:pt x="17528" y="2254"/>
                  </a:lnTo>
                  <a:lnTo>
                    <a:pt x="28719" y="0"/>
                  </a:lnTo>
                  <a:lnTo>
                    <a:pt x="1091645" y="0"/>
                  </a:lnTo>
                  <a:lnTo>
                    <a:pt x="1102837" y="2254"/>
                  </a:lnTo>
                  <a:lnTo>
                    <a:pt x="1111964" y="8405"/>
                  </a:lnTo>
                  <a:lnTo>
                    <a:pt x="1118112" y="17538"/>
                  </a:lnTo>
                  <a:lnTo>
                    <a:pt x="1120365" y="28737"/>
                  </a:lnTo>
                  <a:lnTo>
                    <a:pt x="1118112" y="39935"/>
                  </a:lnTo>
                  <a:lnTo>
                    <a:pt x="1111964" y="49068"/>
                  </a:lnTo>
                  <a:lnTo>
                    <a:pt x="1102837" y="55220"/>
                  </a:lnTo>
                  <a:lnTo>
                    <a:pt x="1091645" y="574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996185" y="5518810"/>
              <a:ext cx="194338" cy="19445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9997047" y="5103080"/>
              <a:ext cx="1198245" cy="57785"/>
            </a:xfrm>
            <a:custGeom>
              <a:avLst/>
              <a:gdLst/>
              <a:ahLst/>
              <a:cxnLst/>
              <a:rect l="l" t="t" r="r" b="b"/>
              <a:pathLst>
                <a:path w="1198245" h="57785">
                  <a:moveTo>
                    <a:pt x="1168997" y="57474"/>
                  </a:moveTo>
                  <a:lnTo>
                    <a:pt x="28719" y="57474"/>
                  </a:lnTo>
                  <a:lnTo>
                    <a:pt x="17528" y="55220"/>
                  </a:lnTo>
                  <a:lnTo>
                    <a:pt x="8400" y="49068"/>
                  </a:lnTo>
                  <a:lnTo>
                    <a:pt x="2252" y="39935"/>
                  </a:lnTo>
                  <a:lnTo>
                    <a:pt x="0" y="28737"/>
                  </a:lnTo>
                  <a:lnTo>
                    <a:pt x="2252" y="17538"/>
                  </a:lnTo>
                  <a:lnTo>
                    <a:pt x="8400" y="8405"/>
                  </a:lnTo>
                  <a:lnTo>
                    <a:pt x="17528" y="2254"/>
                  </a:lnTo>
                  <a:lnTo>
                    <a:pt x="28719" y="0"/>
                  </a:lnTo>
                  <a:lnTo>
                    <a:pt x="1169093" y="0"/>
                  </a:lnTo>
                  <a:lnTo>
                    <a:pt x="1180285" y="2254"/>
                  </a:lnTo>
                  <a:lnTo>
                    <a:pt x="1189412" y="8405"/>
                  </a:lnTo>
                  <a:lnTo>
                    <a:pt x="1195560" y="17538"/>
                  </a:lnTo>
                  <a:lnTo>
                    <a:pt x="1197813" y="28737"/>
                  </a:lnTo>
                  <a:lnTo>
                    <a:pt x="1195560" y="39935"/>
                  </a:lnTo>
                  <a:lnTo>
                    <a:pt x="1189412" y="49068"/>
                  </a:lnTo>
                  <a:lnTo>
                    <a:pt x="1180285" y="55220"/>
                  </a:lnTo>
                  <a:lnTo>
                    <a:pt x="1168997" y="574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933384" y="5034590"/>
              <a:ext cx="194338" cy="19445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1132658" y="6790645"/>
              <a:ext cx="795655" cy="796290"/>
            </a:xfrm>
            <a:custGeom>
              <a:avLst/>
              <a:gdLst/>
              <a:ahLst/>
              <a:cxnLst/>
              <a:rect l="l" t="t" r="r" b="b"/>
              <a:pathLst>
                <a:path w="795654" h="796290">
                  <a:moveTo>
                    <a:pt x="36067" y="795898"/>
                  </a:moveTo>
                  <a:lnTo>
                    <a:pt x="28695" y="795898"/>
                  </a:lnTo>
                  <a:lnTo>
                    <a:pt x="21324" y="795898"/>
                  </a:lnTo>
                  <a:lnTo>
                    <a:pt x="13953" y="793120"/>
                  </a:lnTo>
                  <a:lnTo>
                    <a:pt x="8400" y="787468"/>
                  </a:lnTo>
                  <a:lnTo>
                    <a:pt x="2100" y="777970"/>
                  </a:lnTo>
                  <a:lnTo>
                    <a:pt x="0" y="767160"/>
                  </a:lnTo>
                  <a:lnTo>
                    <a:pt x="2100" y="756351"/>
                  </a:lnTo>
                  <a:lnTo>
                    <a:pt x="8400" y="746853"/>
                  </a:lnTo>
                  <a:lnTo>
                    <a:pt x="746407" y="8405"/>
                  </a:lnTo>
                  <a:lnTo>
                    <a:pt x="755900" y="2101"/>
                  </a:lnTo>
                  <a:lnTo>
                    <a:pt x="766703" y="0"/>
                  </a:lnTo>
                  <a:lnTo>
                    <a:pt x="777505" y="2101"/>
                  </a:lnTo>
                  <a:lnTo>
                    <a:pt x="786998" y="8405"/>
                  </a:lnTo>
                  <a:lnTo>
                    <a:pt x="793298" y="17903"/>
                  </a:lnTo>
                  <a:lnTo>
                    <a:pt x="795399" y="28712"/>
                  </a:lnTo>
                  <a:lnTo>
                    <a:pt x="793298" y="39522"/>
                  </a:lnTo>
                  <a:lnTo>
                    <a:pt x="786998" y="49020"/>
                  </a:lnTo>
                  <a:lnTo>
                    <a:pt x="43343" y="793120"/>
                  </a:lnTo>
                  <a:lnTo>
                    <a:pt x="36067" y="7958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067631" y="7457225"/>
              <a:ext cx="194374" cy="19445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1121935" y="7025426"/>
              <a:ext cx="909319" cy="909319"/>
            </a:xfrm>
            <a:custGeom>
              <a:avLst/>
              <a:gdLst/>
              <a:ahLst/>
              <a:cxnLst/>
              <a:rect l="l" t="t" r="r" b="b"/>
              <a:pathLst>
                <a:path w="909320" h="909320">
                  <a:moveTo>
                    <a:pt x="36067" y="909314"/>
                  </a:moveTo>
                  <a:lnTo>
                    <a:pt x="28695" y="909314"/>
                  </a:lnTo>
                  <a:lnTo>
                    <a:pt x="21324" y="909314"/>
                  </a:lnTo>
                  <a:lnTo>
                    <a:pt x="13953" y="906536"/>
                  </a:lnTo>
                  <a:lnTo>
                    <a:pt x="8400" y="900884"/>
                  </a:lnTo>
                  <a:lnTo>
                    <a:pt x="2100" y="891386"/>
                  </a:lnTo>
                  <a:lnTo>
                    <a:pt x="0" y="880577"/>
                  </a:lnTo>
                  <a:lnTo>
                    <a:pt x="2100" y="869767"/>
                  </a:lnTo>
                  <a:lnTo>
                    <a:pt x="8400" y="860269"/>
                  </a:lnTo>
                  <a:lnTo>
                    <a:pt x="859755" y="8405"/>
                  </a:lnTo>
                  <a:lnTo>
                    <a:pt x="869248" y="2101"/>
                  </a:lnTo>
                  <a:lnTo>
                    <a:pt x="880051" y="0"/>
                  </a:lnTo>
                  <a:lnTo>
                    <a:pt x="890853" y="2101"/>
                  </a:lnTo>
                  <a:lnTo>
                    <a:pt x="900346" y="8405"/>
                  </a:lnTo>
                  <a:lnTo>
                    <a:pt x="906646" y="17903"/>
                  </a:lnTo>
                  <a:lnTo>
                    <a:pt x="908746" y="28713"/>
                  </a:lnTo>
                  <a:lnTo>
                    <a:pt x="906646" y="39522"/>
                  </a:lnTo>
                  <a:lnTo>
                    <a:pt x="900346" y="49020"/>
                  </a:lnTo>
                  <a:lnTo>
                    <a:pt x="43343" y="906536"/>
                  </a:lnTo>
                  <a:lnTo>
                    <a:pt x="36067" y="9093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057004" y="7805292"/>
              <a:ext cx="194374" cy="19452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1708110" y="7216145"/>
              <a:ext cx="440055" cy="440690"/>
            </a:xfrm>
            <a:custGeom>
              <a:avLst/>
              <a:gdLst/>
              <a:ahLst/>
              <a:cxnLst/>
              <a:rect l="l" t="t" r="r" b="b"/>
              <a:pathLst>
                <a:path w="440054" h="440690">
                  <a:moveTo>
                    <a:pt x="36067" y="440228"/>
                  </a:moveTo>
                  <a:lnTo>
                    <a:pt x="28695" y="440228"/>
                  </a:lnTo>
                  <a:lnTo>
                    <a:pt x="21324" y="440228"/>
                  </a:lnTo>
                  <a:lnTo>
                    <a:pt x="13953" y="437451"/>
                  </a:lnTo>
                  <a:lnTo>
                    <a:pt x="8400" y="431799"/>
                  </a:lnTo>
                  <a:lnTo>
                    <a:pt x="2100" y="422301"/>
                  </a:lnTo>
                  <a:lnTo>
                    <a:pt x="0" y="411491"/>
                  </a:lnTo>
                  <a:lnTo>
                    <a:pt x="2100" y="400682"/>
                  </a:lnTo>
                  <a:lnTo>
                    <a:pt x="8400" y="391184"/>
                  </a:lnTo>
                  <a:lnTo>
                    <a:pt x="390950" y="8405"/>
                  </a:lnTo>
                  <a:lnTo>
                    <a:pt x="400442" y="2101"/>
                  </a:lnTo>
                  <a:lnTo>
                    <a:pt x="411245" y="0"/>
                  </a:lnTo>
                  <a:lnTo>
                    <a:pt x="422048" y="2101"/>
                  </a:lnTo>
                  <a:lnTo>
                    <a:pt x="431540" y="8405"/>
                  </a:lnTo>
                  <a:lnTo>
                    <a:pt x="437841" y="17903"/>
                  </a:lnTo>
                  <a:lnTo>
                    <a:pt x="439941" y="28712"/>
                  </a:lnTo>
                  <a:lnTo>
                    <a:pt x="437841" y="39522"/>
                  </a:lnTo>
                  <a:lnTo>
                    <a:pt x="431540" y="49020"/>
                  </a:lnTo>
                  <a:lnTo>
                    <a:pt x="43343" y="437451"/>
                  </a:lnTo>
                  <a:lnTo>
                    <a:pt x="36067" y="4402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643083" y="7527057"/>
              <a:ext cx="194374" cy="19445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3733129" y="7392279"/>
              <a:ext cx="57785" cy="913765"/>
            </a:xfrm>
            <a:custGeom>
              <a:avLst/>
              <a:gdLst/>
              <a:ahLst/>
              <a:cxnLst/>
              <a:rect l="l" t="t" r="r" b="b"/>
              <a:pathLst>
                <a:path w="57784" h="913765">
                  <a:moveTo>
                    <a:pt x="28719" y="913457"/>
                  </a:moveTo>
                  <a:lnTo>
                    <a:pt x="17528" y="911203"/>
                  </a:lnTo>
                  <a:lnTo>
                    <a:pt x="8400" y="905051"/>
                  </a:lnTo>
                  <a:lnTo>
                    <a:pt x="2252" y="895918"/>
                  </a:lnTo>
                  <a:lnTo>
                    <a:pt x="0" y="884720"/>
                  </a:lnTo>
                  <a:lnTo>
                    <a:pt x="0" y="28737"/>
                  </a:lnTo>
                  <a:lnTo>
                    <a:pt x="2252" y="17538"/>
                  </a:lnTo>
                  <a:lnTo>
                    <a:pt x="8400" y="8405"/>
                  </a:lnTo>
                  <a:lnTo>
                    <a:pt x="17528" y="2254"/>
                  </a:lnTo>
                  <a:lnTo>
                    <a:pt x="28719" y="0"/>
                  </a:lnTo>
                  <a:lnTo>
                    <a:pt x="39911" y="2254"/>
                  </a:lnTo>
                  <a:lnTo>
                    <a:pt x="49039" y="8405"/>
                  </a:lnTo>
                  <a:lnTo>
                    <a:pt x="55187" y="17538"/>
                  </a:lnTo>
                  <a:lnTo>
                    <a:pt x="57439" y="28737"/>
                  </a:lnTo>
                  <a:lnTo>
                    <a:pt x="57439" y="884720"/>
                  </a:lnTo>
                  <a:lnTo>
                    <a:pt x="55187" y="895918"/>
                  </a:lnTo>
                  <a:lnTo>
                    <a:pt x="49039" y="905051"/>
                  </a:lnTo>
                  <a:lnTo>
                    <a:pt x="39911" y="911203"/>
                  </a:lnTo>
                  <a:lnTo>
                    <a:pt x="28719" y="9134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664680" y="8174887"/>
              <a:ext cx="194338" cy="194455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3879793" y="7392279"/>
              <a:ext cx="57785" cy="684530"/>
            </a:xfrm>
            <a:custGeom>
              <a:avLst/>
              <a:gdLst/>
              <a:ahLst/>
              <a:cxnLst/>
              <a:rect l="l" t="t" r="r" b="b"/>
              <a:pathLst>
                <a:path w="57784" h="684529">
                  <a:moveTo>
                    <a:pt x="28719" y="684134"/>
                  </a:moveTo>
                  <a:lnTo>
                    <a:pt x="17528" y="681880"/>
                  </a:lnTo>
                  <a:lnTo>
                    <a:pt x="8400" y="675729"/>
                  </a:lnTo>
                  <a:lnTo>
                    <a:pt x="2252" y="666596"/>
                  </a:lnTo>
                  <a:lnTo>
                    <a:pt x="0" y="655397"/>
                  </a:lnTo>
                  <a:lnTo>
                    <a:pt x="0" y="28737"/>
                  </a:lnTo>
                  <a:lnTo>
                    <a:pt x="2252" y="17538"/>
                  </a:lnTo>
                  <a:lnTo>
                    <a:pt x="8400" y="8405"/>
                  </a:lnTo>
                  <a:lnTo>
                    <a:pt x="17528" y="2254"/>
                  </a:lnTo>
                  <a:lnTo>
                    <a:pt x="28719" y="0"/>
                  </a:lnTo>
                  <a:lnTo>
                    <a:pt x="39911" y="2254"/>
                  </a:lnTo>
                  <a:lnTo>
                    <a:pt x="49039" y="8405"/>
                  </a:lnTo>
                  <a:lnTo>
                    <a:pt x="55187" y="17538"/>
                  </a:lnTo>
                  <a:lnTo>
                    <a:pt x="57439" y="28737"/>
                  </a:lnTo>
                  <a:lnTo>
                    <a:pt x="57439" y="655397"/>
                  </a:lnTo>
                  <a:lnTo>
                    <a:pt x="55187" y="666596"/>
                  </a:lnTo>
                  <a:lnTo>
                    <a:pt x="49039" y="675729"/>
                  </a:lnTo>
                  <a:lnTo>
                    <a:pt x="39911" y="681880"/>
                  </a:lnTo>
                  <a:lnTo>
                    <a:pt x="28719" y="684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811182" y="7945791"/>
              <a:ext cx="194667" cy="194784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4055750" y="7377527"/>
              <a:ext cx="57785" cy="1283335"/>
            </a:xfrm>
            <a:custGeom>
              <a:avLst/>
              <a:gdLst/>
              <a:ahLst/>
              <a:cxnLst/>
              <a:rect l="l" t="t" r="r" b="b"/>
              <a:pathLst>
                <a:path w="57784" h="1283334">
                  <a:moveTo>
                    <a:pt x="28719" y="1283208"/>
                  </a:moveTo>
                  <a:lnTo>
                    <a:pt x="17528" y="1280954"/>
                  </a:lnTo>
                  <a:lnTo>
                    <a:pt x="8400" y="1274802"/>
                  </a:lnTo>
                  <a:lnTo>
                    <a:pt x="2252" y="1265669"/>
                  </a:lnTo>
                  <a:lnTo>
                    <a:pt x="0" y="1254471"/>
                  </a:lnTo>
                  <a:lnTo>
                    <a:pt x="0" y="28737"/>
                  </a:lnTo>
                  <a:lnTo>
                    <a:pt x="2252" y="17538"/>
                  </a:lnTo>
                  <a:lnTo>
                    <a:pt x="8400" y="8405"/>
                  </a:lnTo>
                  <a:lnTo>
                    <a:pt x="17528" y="2254"/>
                  </a:lnTo>
                  <a:lnTo>
                    <a:pt x="28719" y="0"/>
                  </a:lnTo>
                  <a:lnTo>
                    <a:pt x="39911" y="2254"/>
                  </a:lnTo>
                  <a:lnTo>
                    <a:pt x="49039" y="8405"/>
                  </a:lnTo>
                  <a:lnTo>
                    <a:pt x="55187" y="17538"/>
                  </a:lnTo>
                  <a:lnTo>
                    <a:pt x="57439" y="28737"/>
                  </a:lnTo>
                  <a:lnTo>
                    <a:pt x="57439" y="1254471"/>
                  </a:lnTo>
                  <a:lnTo>
                    <a:pt x="55187" y="1265669"/>
                  </a:lnTo>
                  <a:lnTo>
                    <a:pt x="49039" y="1274802"/>
                  </a:lnTo>
                  <a:lnTo>
                    <a:pt x="39911" y="1280954"/>
                  </a:lnTo>
                  <a:lnTo>
                    <a:pt x="28719" y="1283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987386" y="8529905"/>
              <a:ext cx="194338" cy="194455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4847775" y="6761236"/>
              <a:ext cx="1113155" cy="1113790"/>
            </a:xfrm>
            <a:custGeom>
              <a:avLst/>
              <a:gdLst/>
              <a:ahLst/>
              <a:cxnLst/>
              <a:rect l="l" t="t" r="r" b="b"/>
              <a:pathLst>
                <a:path w="1113155" h="1113790">
                  <a:moveTo>
                    <a:pt x="1091525" y="1113539"/>
                  </a:moveTo>
                  <a:lnTo>
                    <a:pt x="1084154" y="1113539"/>
                  </a:lnTo>
                  <a:lnTo>
                    <a:pt x="1076782" y="1113539"/>
                  </a:lnTo>
                  <a:lnTo>
                    <a:pt x="1069411" y="1110761"/>
                  </a:lnTo>
                  <a:lnTo>
                    <a:pt x="8400" y="49020"/>
                  </a:lnTo>
                  <a:lnTo>
                    <a:pt x="2100" y="39522"/>
                  </a:lnTo>
                  <a:lnTo>
                    <a:pt x="0" y="28712"/>
                  </a:lnTo>
                  <a:lnTo>
                    <a:pt x="2100" y="17903"/>
                  </a:lnTo>
                  <a:lnTo>
                    <a:pt x="8400" y="8405"/>
                  </a:lnTo>
                  <a:lnTo>
                    <a:pt x="17892" y="2101"/>
                  </a:lnTo>
                  <a:lnTo>
                    <a:pt x="28695" y="0"/>
                  </a:lnTo>
                  <a:lnTo>
                    <a:pt x="39498" y="2101"/>
                  </a:lnTo>
                  <a:lnTo>
                    <a:pt x="48991" y="8405"/>
                  </a:lnTo>
                  <a:lnTo>
                    <a:pt x="1104449" y="1064494"/>
                  </a:lnTo>
                  <a:lnTo>
                    <a:pt x="1110749" y="1073992"/>
                  </a:lnTo>
                  <a:lnTo>
                    <a:pt x="1112849" y="1084802"/>
                  </a:lnTo>
                  <a:lnTo>
                    <a:pt x="1110749" y="1095611"/>
                  </a:lnTo>
                  <a:lnTo>
                    <a:pt x="1104449" y="1105109"/>
                  </a:lnTo>
                  <a:lnTo>
                    <a:pt x="1098800" y="1110761"/>
                  </a:lnTo>
                  <a:lnTo>
                    <a:pt x="1091525" y="11135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831277" y="7745327"/>
              <a:ext cx="194409" cy="19449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4935754" y="6643893"/>
              <a:ext cx="962025" cy="962660"/>
            </a:xfrm>
            <a:custGeom>
              <a:avLst/>
              <a:gdLst/>
              <a:ahLst/>
              <a:cxnLst/>
              <a:rect l="l" t="t" r="r" b="b"/>
              <a:pathLst>
                <a:path w="962025" h="962659">
                  <a:moveTo>
                    <a:pt x="940458" y="962381"/>
                  </a:moveTo>
                  <a:lnTo>
                    <a:pt x="933086" y="962382"/>
                  </a:lnTo>
                  <a:lnTo>
                    <a:pt x="925715" y="962382"/>
                  </a:lnTo>
                  <a:lnTo>
                    <a:pt x="918344" y="959604"/>
                  </a:lnTo>
                  <a:lnTo>
                    <a:pt x="8400" y="49020"/>
                  </a:lnTo>
                  <a:lnTo>
                    <a:pt x="2100" y="39522"/>
                  </a:lnTo>
                  <a:lnTo>
                    <a:pt x="0" y="28712"/>
                  </a:lnTo>
                  <a:lnTo>
                    <a:pt x="2100" y="17903"/>
                  </a:lnTo>
                  <a:lnTo>
                    <a:pt x="8400" y="8405"/>
                  </a:lnTo>
                  <a:lnTo>
                    <a:pt x="17892" y="2101"/>
                  </a:lnTo>
                  <a:lnTo>
                    <a:pt x="28695" y="0"/>
                  </a:lnTo>
                  <a:lnTo>
                    <a:pt x="39498" y="2101"/>
                  </a:lnTo>
                  <a:lnTo>
                    <a:pt x="48991" y="8405"/>
                  </a:lnTo>
                  <a:lnTo>
                    <a:pt x="953382" y="913337"/>
                  </a:lnTo>
                  <a:lnTo>
                    <a:pt x="959682" y="922835"/>
                  </a:lnTo>
                  <a:lnTo>
                    <a:pt x="961782" y="933644"/>
                  </a:lnTo>
                  <a:lnTo>
                    <a:pt x="959682" y="944454"/>
                  </a:lnTo>
                  <a:lnTo>
                    <a:pt x="953382" y="953952"/>
                  </a:lnTo>
                  <a:lnTo>
                    <a:pt x="947733" y="959604"/>
                  </a:lnTo>
                  <a:lnTo>
                    <a:pt x="940458" y="9623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5768285" y="7476827"/>
              <a:ext cx="194409" cy="19449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5023732" y="6409110"/>
              <a:ext cx="699135" cy="699135"/>
            </a:xfrm>
            <a:custGeom>
              <a:avLst/>
              <a:gdLst/>
              <a:ahLst/>
              <a:cxnLst/>
              <a:rect l="l" t="t" r="r" b="b"/>
              <a:pathLst>
                <a:path w="699134" h="699134">
                  <a:moveTo>
                    <a:pt x="677192" y="698958"/>
                  </a:moveTo>
                  <a:lnTo>
                    <a:pt x="669820" y="698958"/>
                  </a:lnTo>
                  <a:lnTo>
                    <a:pt x="662448" y="698958"/>
                  </a:lnTo>
                  <a:lnTo>
                    <a:pt x="655077" y="696181"/>
                  </a:lnTo>
                  <a:lnTo>
                    <a:pt x="8400" y="49020"/>
                  </a:lnTo>
                  <a:lnTo>
                    <a:pt x="2100" y="39522"/>
                  </a:lnTo>
                  <a:lnTo>
                    <a:pt x="0" y="28712"/>
                  </a:lnTo>
                  <a:lnTo>
                    <a:pt x="2100" y="17903"/>
                  </a:lnTo>
                  <a:lnTo>
                    <a:pt x="8400" y="8405"/>
                  </a:lnTo>
                  <a:lnTo>
                    <a:pt x="17892" y="2101"/>
                  </a:lnTo>
                  <a:lnTo>
                    <a:pt x="28695" y="0"/>
                  </a:lnTo>
                  <a:lnTo>
                    <a:pt x="39498" y="2101"/>
                  </a:lnTo>
                  <a:lnTo>
                    <a:pt x="48991" y="8405"/>
                  </a:lnTo>
                  <a:lnTo>
                    <a:pt x="690116" y="649913"/>
                  </a:lnTo>
                  <a:lnTo>
                    <a:pt x="696416" y="659411"/>
                  </a:lnTo>
                  <a:lnTo>
                    <a:pt x="698516" y="670221"/>
                  </a:lnTo>
                  <a:lnTo>
                    <a:pt x="696416" y="681030"/>
                  </a:lnTo>
                  <a:lnTo>
                    <a:pt x="690116" y="690528"/>
                  </a:lnTo>
                  <a:lnTo>
                    <a:pt x="684467" y="696180"/>
                  </a:lnTo>
                  <a:lnTo>
                    <a:pt x="677192" y="6989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5592902" y="6978621"/>
              <a:ext cx="194409" cy="19449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0586596" y="3348703"/>
              <a:ext cx="1019175" cy="1019810"/>
            </a:xfrm>
            <a:custGeom>
              <a:avLst/>
              <a:gdLst/>
              <a:ahLst/>
              <a:cxnLst/>
              <a:rect l="l" t="t" r="r" b="b"/>
              <a:pathLst>
                <a:path w="1019175" h="1019810">
                  <a:moveTo>
                    <a:pt x="997515" y="1019473"/>
                  </a:moveTo>
                  <a:lnTo>
                    <a:pt x="990144" y="1019473"/>
                  </a:lnTo>
                  <a:lnTo>
                    <a:pt x="982772" y="1019473"/>
                  </a:lnTo>
                  <a:lnTo>
                    <a:pt x="975401" y="1016695"/>
                  </a:lnTo>
                  <a:lnTo>
                    <a:pt x="8400" y="49020"/>
                  </a:lnTo>
                  <a:lnTo>
                    <a:pt x="2100" y="39522"/>
                  </a:lnTo>
                  <a:lnTo>
                    <a:pt x="0" y="28713"/>
                  </a:lnTo>
                  <a:lnTo>
                    <a:pt x="2100" y="17903"/>
                  </a:lnTo>
                  <a:lnTo>
                    <a:pt x="8400" y="8405"/>
                  </a:lnTo>
                  <a:lnTo>
                    <a:pt x="17893" y="2101"/>
                  </a:lnTo>
                  <a:lnTo>
                    <a:pt x="28696" y="0"/>
                  </a:lnTo>
                  <a:lnTo>
                    <a:pt x="39498" y="2101"/>
                  </a:lnTo>
                  <a:lnTo>
                    <a:pt x="48991" y="8405"/>
                  </a:lnTo>
                  <a:lnTo>
                    <a:pt x="1010439" y="970428"/>
                  </a:lnTo>
                  <a:lnTo>
                    <a:pt x="1016740" y="979927"/>
                  </a:lnTo>
                  <a:lnTo>
                    <a:pt x="1018840" y="990736"/>
                  </a:lnTo>
                  <a:lnTo>
                    <a:pt x="1016740" y="1001545"/>
                  </a:lnTo>
                  <a:lnTo>
                    <a:pt x="1010439" y="1011043"/>
                  </a:lnTo>
                  <a:lnTo>
                    <a:pt x="1004791" y="1016695"/>
                  </a:lnTo>
                  <a:lnTo>
                    <a:pt x="997515" y="10194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521569" y="3283637"/>
              <a:ext cx="194338" cy="19445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0732876" y="3245632"/>
              <a:ext cx="989965" cy="990600"/>
            </a:xfrm>
            <a:custGeom>
              <a:avLst/>
              <a:gdLst/>
              <a:ahLst/>
              <a:cxnLst/>
              <a:rect l="l" t="t" r="r" b="b"/>
              <a:pathLst>
                <a:path w="989965" h="990600">
                  <a:moveTo>
                    <a:pt x="968508" y="990448"/>
                  </a:moveTo>
                  <a:lnTo>
                    <a:pt x="961136" y="990448"/>
                  </a:lnTo>
                  <a:lnTo>
                    <a:pt x="953765" y="990448"/>
                  </a:lnTo>
                  <a:lnTo>
                    <a:pt x="946394" y="987670"/>
                  </a:lnTo>
                  <a:lnTo>
                    <a:pt x="8400" y="49020"/>
                  </a:lnTo>
                  <a:lnTo>
                    <a:pt x="2100" y="39522"/>
                  </a:lnTo>
                  <a:lnTo>
                    <a:pt x="0" y="28713"/>
                  </a:lnTo>
                  <a:lnTo>
                    <a:pt x="2100" y="17903"/>
                  </a:lnTo>
                  <a:lnTo>
                    <a:pt x="8400" y="8405"/>
                  </a:lnTo>
                  <a:lnTo>
                    <a:pt x="17893" y="2101"/>
                  </a:lnTo>
                  <a:lnTo>
                    <a:pt x="28696" y="0"/>
                  </a:lnTo>
                  <a:lnTo>
                    <a:pt x="39498" y="2101"/>
                  </a:lnTo>
                  <a:lnTo>
                    <a:pt x="48991" y="8405"/>
                  </a:lnTo>
                  <a:lnTo>
                    <a:pt x="981432" y="941404"/>
                  </a:lnTo>
                  <a:lnTo>
                    <a:pt x="987733" y="950902"/>
                  </a:lnTo>
                  <a:lnTo>
                    <a:pt x="989833" y="961711"/>
                  </a:lnTo>
                  <a:lnTo>
                    <a:pt x="987733" y="972521"/>
                  </a:lnTo>
                  <a:lnTo>
                    <a:pt x="981432" y="982019"/>
                  </a:lnTo>
                  <a:lnTo>
                    <a:pt x="975784" y="987670"/>
                  </a:lnTo>
                  <a:lnTo>
                    <a:pt x="968508" y="9904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667849" y="3180566"/>
              <a:ext cx="194338" cy="19445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1167600" y="3445738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651153" y="672903"/>
                  </a:moveTo>
                  <a:lnTo>
                    <a:pt x="643781" y="672903"/>
                  </a:lnTo>
                  <a:lnTo>
                    <a:pt x="636410" y="672903"/>
                  </a:lnTo>
                  <a:lnTo>
                    <a:pt x="629038" y="670125"/>
                  </a:lnTo>
                  <a:lnTo>
                    <a:pt x="8400" y="49020"/>
                  </a:lnTo>
                  <a:lnTo>
                    <a:pt x="2100" y="39522"/>
                  </a:lnTo>
                  <a:lnTo>
                    <a:pt x="0" y="28713"/>
                  </a:lnTo>
                  <a:lnTo>
                    <a:pt x="2100" y="17903"/>
                  </a:lnTo>
                  <a:lnTo>
                    <a:pt x="8400" y="8405"/>
                  </a:lnTo>
                  <a:lnTo>
                    <a:pt x="17893" y="2101"/>
                  </a:lnTo>
                  <a:lnTo>
                    <a:pt x="28696" y="0"/>
                  </a:lnTo>
                  <a:lnTo>
                    <a:pt x="39498" y="2101"/>
                  </a:lnTo>
                  <a:lnTo>
                    <a:pt x="48991" y="8405"/>
                  </a:lnTo>
                  <a:lnTo>
                    <a:pt x="664077" y="623859"/>
                  </a:lnTo>
                  <a:lnTo>
                    <a:pt x="670377" y="633357"/>
                  </a:lnTo>
                  <a:lnTo>
                    <a:pt x="672477" y="644166"/>
                  </a:lnTo>
                  <a:lnTo>
                    <a:pt x="670377" y="654976"/>
                  </a:lnTo>
                  <a:lnTo>
                    <a:pt x="664077" y="664474"/>
                  </a:lnTo>
                  <a:lnTo>
                    <a:pt x="658428" y="670125"/>
                  </a:lnTo>
                  <a:lnTo>
                    <a:pt x="651153" y="6729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102538" y="3380768"/>
              <a:ext cx="194410" cy="19445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1146027" y="3106990"/>
              <a:ext cx="201930" cy="346710"/>
            </a:xfrm>
            <a:custGeom>
              <a:avLst/>
              <a:gdLst/>
              <a:ahLst/>
              <a:cxnLst/>
              <a:rect l="l" t="t" r="r" b="b"/>
              <a:pathLst>
                <a:path w="201929" h="346710">
                  <a:moveTo>
                    <a:pt x="28537" y="346482"/>
                  </a:moveTo>
                  <a:lnTo>
                    <a:pt x="24325" y="346482"/>
                  </a:lnTo>
                  <a:lnTo>
                    <a:pt x="19405" y="345412"/>
                  </a:lnTo>
                  <a:lnTo>
                    <a:pt x="19702" y="345412"/>
                  </a:lnTo>
                  <a:lnTo>
                    <a:pt x="15804" y="343417"/>
                  </a:lnTo>
                  <a:lnTo>
                    <a:pt x="6826" y="336403"/>
                  </a:lnTo>
                  <a:lnTo>
                    <a:pt x="1421" y="326821"/>
                  </a:lnTo>
                  <a:lnTo>
                    <a:pt x="0" y="315910"/>
                  </a:lnTo>
                  <a:lnTo>
                    <a:pt x="2976" y="304909"/>
                  </a:lnTo>
                  <a:lnTo>
                    <a:pt x="147438" y="15814"/>
                  </a:lnTo>
                  <a:lnTo>
                    <a:pt x="154447" y="6831"/>
                  </a:lnTo>
                  <a:lnTo>
                    <a:pt x="164023" y="1421"/>
                  </a:lnTo>
                  <a:lnTo>
                    <a:pt x="174928" y="0"/>
                  </a:lnTo>
                  <a:lnTo>
                    <a:pt x="185922" y="2978"/>
                  </a:lnTo>
                  <a:lnTo>
                    <a:pt x="194900" y="9992"/>
                  </a:lnTo>
                  <a:lnTo>
                    <a:pt x="200306" y="19574"/>
                  </a:lnTo>
                  <a:lnTo>
                    <a:pt x="201727" y="30485"/>
                  </a:lnTo>
                  <a:lnTo>
                    <a:pt x="198751" y="41486"/>
                  </a:lnTo>
                  <a:lnTo>
                    <a:pt x="54289" y="330581"/>
                  </a:lnTo>
                  <a:lnTo>
                    <a:pt x="49619" y="337309"/>
                  </a:lnTo>
                  <a:lnTo>
                    <a:pt x="43495" y="342303"/>
                  </a:lnTo>
                  <a:lnTo>
                    <a:pt x="36330" y="345412"/>
                  </a:lnTo>
                  <a:lnTo>
                    <a:pt x="28537" y="3464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19904" y="3042877"/>
              <a:ext cx="194032" cy="194149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10716176" y="2863291"/>
              <a:ext cx="212725" cy="375920"/>
            </a:xfrm>
            <a:custGeom>
              <a:avLst/>
              <a:gdLst/>
              <a:ahLst/>
              <a:cxnLst/>
              <a:rect l="l" t="t" r="r" b="b"/>
              <a:pathLst>
                <a:path w="212725" h="375919">
                  <a:moveTo>
                    <a:pt x="28642" y="375516"/>
                  </a:moveTo>
                  <a:lnTo>
                    <a:pt x="24429" y="375516"/>
                  </a:lnTo>
                  <a:lnTo>
                    <a:pt x="20121" y="374558"/>
                  </a:lnTo>
                  <a:lnTo>
                    <a:pt x="16101" y="372642"/>
                  </a:lnTo>
                  <a:lnTo>
                    <a:pt x="7036" y="365697"/>
                  </a:lnTo>
                  <a:lnTo>
                    <a:pt x="1525" y="356166"/>
                  </a:lnTo>
                  <a:lnTo>
                    <a:pt x="0" y="345270"/>
                  </a:lnTo>
                  <a:lnTo>
                    <a:pt x="2889" y="334230"/>
                  </a:lnTo>
                  <a:lnTo>
                    <a:pt x="157977" y="16110"/>
                  </a:lnTo>
                  <a:lnTo>
                    <a:pt x="164918" y="7040"/>
                  </a:lnTo>
                  <a:lnTo>
                    <a:pt x="174443" y="1526"/>
                  </a:lnTo>
                  <a:lnTo>
                    <a:pt x="185333" y="0"/>
                  </a:lnTo>
                  <a:lnTo>
                    <a:pt x="196366" y="2891"/>
                  </a:lnTo>
                  <a:lnTo>
                    <a:pt x="205431" y="9836"/>
                  </a:lnTo>
                  <a:lnTo>
                    <a:pt x="210941" y="19367"/>
                  </a:lnTo>
                  <a:lnTo>
                    <a:pt x="212467" y="30263"/>
                  </a:lnTo>
                  <a:lnTo>
                    <a:pt x="209577" y="41303"/>
                  </a:lnTo>
                  <a:lnTo>
                    <a:pt x="54490" y="359423"/>
                  </a:lnTo>
                  <a:lnTo>
                    <a:pt x="28642" y="3755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800757" y="2799255"/>
              <a:ext cx="194087" cy="194162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0075357" y="3298580"/>
              <a:ext cx="483870" cy="106045"/>
            </a:xfrm>
            <a:custGeom>
              <a:avLst/>
              <a:gdLst/>
              <a:ahLst/>
              <a:cxnLst/>
              <a:rect l="l" t="t" r="r" b="b"/>
              <a:pathLst>
                <a:path w="483870" h="106045">
                  <a:moveTo>
                    <a:pt x="455019" y="105561"/>
                  </a:moveTo>
                  <a:lnTo>
                    <a:pt x="452817" y="105561"/>
                  </a:lnTo>
                  <a:lnTo>
                    <a:pt x="451764" y="105369"/>
                  </a:lnTo>
                  <a:lnTo>
                    <a:pt x="25273" y="57091"/>
                  </a:lnTo>
                  <a:lnTo>
                    <a:pt x="14404" y="53576"/>
                  </a:lnTo>
                  <a:lnTo>
                    <a:pt x="6031" y="46434"/>
                  </a:lnTo>
                  <a:lnTo>
                    <a:pt x="960" y="36669"/>
                  </a:lnTo>
                  <a:lnTo>
                    <a:pt x="0" y="25288"/>
                  </a:lnTo>
                  <a:lnTo>
                    <a:pt x="3512" y="14413"/>
                  </a:lnTo>
                  <a:lnTo>
                    <a:pt x="10650" y="6035"/>
                  </a:lnTo>
                  <a:lnTo>
                    <a:pt x="20409" y="961"/>
                  </a:lnTo>
                  <a:lnTo>
                    <a:pt x="31783" y="0"/>
                  </a:lnTo>
                  <a:lnTo>
                    <a:pt x="458274" y="48278"/>
                  </a:lnTo>
                  <a:lnTo>
                    <a:pt x="469143" y="51792"/>
                  </a:lnTo>
                  <a:lnTo>
                    <a:pt x="477516" y="58935"/>
                  </a:lnTo>
                  <a:lnTo>
                    <a:pt x="482587" y="68699"/>
                  </a:lnTo>
                  <a:lnTo>
                    <a:pt x="483548" y="80080"/>
                  </a:lnTo>
                  <a:lnTo>
                    <a:pt x="480436" y="90245"/>
                  </a:lnTo>
                  <a:lnTo>
                    <a:pt x="474094" y="98317"/>
                  </a:lnTo>
                  <a:lnTo>
                    <a:pt x="465346" y="103640"/>
                  </a:lnTo>
                  <a:lnTo>
                    <a:pt x="455019" y="1055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012173" y="3230952"/>
              <a:ext cx="193189" cy="193305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9953273" y="4809555"/>
              <a:ext cx="372110" cy="356235"/>
            </a:xfrm>
            <a:custGeom>
              <a:avLst/>
              <a:gdLst/>
              <a:ahLst/>
              <a:cxnLst/>
              <a:rect l="l" t="t" r="r" b="b"/>
              <a:pathLst>
                <a:path w="372109" h="356235">
                  <a:moveTo>
                    <a:pt x="28743" y="355885"/>
                  </a:moveTo>
                  <a:lnTo>
                    <a:pt x="21180" y="355885"/>
                  </a:lnTo>
                  <a:lnTo>
                    <a:pt x="13522" y="352915"/>
                  </a:lnTo>
                  <a:lnTo>
                    <a:pt x="7874" y="346880"/>
                  </a:lnTo>
                  <a:lnTo>
                    <a:pt x="1818" y="337220"/>
                  </a:lnTo>
                  <a:lnTo>
                    <a:pt x="0" y="326357"/>
                  </a:lnTo>
                  <a:lnTo>
                    <a:pt x="2381" y="315602"/>
                  </a:lnTo>
                  <a:lnTo>
                    <a:pt x="8927" y="306265"/>
                  </a:lnTo>
                  <a:lnTo>
                    <a:pt x="323219" y="7878"/>
                  </a:lnTo>
                  <a:lnTo>
                    <a:pt x="332873" y="1820"/>
                  </a:lnTo>
                  <a:lnTo>
                    <a:pt x="343729" y="0"/>
                  </a:lnTo>
                  <a:lnTo>
                    <a:pt x="354478" y="2382"/>
                  </a:lnTo>
                  <a:lnTo>
                    <a:pt x="363809" y="8932"/>
                  </a:lnTo>
                  <a:lnTo>
                    <a:pt x="369865" y="18592"/>
                  </a:lnTo>
                  <a:lnTo>
                    <a:pt x="371683" y="29455"/>
                  </a:lnTo>
                  <a:lnTo>
                    <a:pt x="369302" y="40210"/>
                  </a:lnTo>
                  <a:lnTo>
                    <a:pt x="362756" y="49547"/>
                  </a:lnTo>
                  <a:lnTo>
                    <a:pt x="42912" y="353202"/>
                  </a:lnTo>
                  <a:lnTo>
                    <a:pt x="35828" y="355789"/>
                  </a:lnTo>
                  <a:lnTo>
                    <a:pt x="28743" y="3557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195753" y="4744405"/>
              <a:ext cx="194314" cy="19443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9425714" y="5352904"/>
              <a:ext cx="369570" cy="252729"/>
            </a:xfrm>
            <a:custGeom>
              <a:avLst/>
              <a:gdLst/>
              <a:ahLst/>
              <a:cxnLst/>
              <a:rect l="l" t="t" r="r" b="b"/>
              <a:pathLst>
                <a:path w="369570" h="252729">
                  <a:moveTo>
                    <a:pt x="33599" y="252692"/>
                  </a:moveTo>
                  <a:lnTo>
                    <a:pt x="28334" y="252692"/>
                  </a:lnTo>
                  <a:lnTo>
                    <a:pt x="21344" y="251807"/>
                  </a:lnTo>
                  <a:lnTo>
                    <a:pt x="14680" y="249207"/>
                  </a:lnTo>
                  <a:lnTo>
                    <a:pt x="8788" y="244973"/>
                  </a:lnTo>
                  <a:lnTo>
                    <a:pt x="4017" y="239185"/>
                  </a:lnTo>
                  <a:lnTo>
                    <a:pt x="0" y="228478"/>
                  </a:lnTo>
                  <a:lnTo>
                    <a:pt x="379" y="217465"/>
                  </a:lnTo>
                  <a:lnTo>
                    <a:pt x="4852" y="207422"/>
                  </a:lnTo>
                  <a:lnTo>
                    <a:pt x="13112" y="199624"/>
                  </a:lnTo>
                  <a:lnTo>
                    <a:pt x="325872" y="4020"/>
                  </a:lnTo>
                  <a:lnTo>
                    <a:pt x="336533" y="0"/>
                  </a:lnTo>
                  <a:lnTo>
                    <a:pt x="347544" y="380"/>
                  </a:lnTo>
                  <a:lnTo>
                    <a:pt x="357603" y="4855"/>
                  </a:lnTo>
                  <a:lnTo>
                    <a:pt x="365410" y="13120"/>
                  </a:lnTo>
                  <a:lnTo>
                    <a:pt x="369387" y="23787"/>
                  </a:lnTo>
                  <a:lnTo>
                    <a:pt x="369012" y="34805"/>
                  </a:lnTo>
                  <a:lnTo>
                    <a:pt x="364562" y="44870"/>
                  </a:lnTo>
                  <a:lnTo>
                    <a:pt x="356315" y="52681"/>
                  </a:lnTo>
                  <a:lnTo>
                    <a:pt x="38864" y="251255"/>
                  </a:lnTo>
                  <a:lnTo>
                    <a:pt x="33599" y="252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362276" y="5478218"/>
              <a:ext cx="191968" cy="192110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0021626" y="5578560"/>
              <a:ext cx="331470" cy="308610"/>
            </a:xfrm>
            <a:custGeom>
              <a:avLst/>
              <a:gdLst/>
              <a:ahLst/>
              <a:cxnLst/>
              <a:rect l="l" t="t" r="r" b="b"/>
              <a:pathLst>
                <a:path w="331470" h="308610">
                  <a:moveTo>
                    <a:pt x="310582" y="308181"/>
                  </a:moveTo>
                  <a:lnTo>
                    <a:pt x="302732" y="308181"/>
                  </a:lnTo>
                  <a:lnTo>
                    <a:pt x="295839" y="308181"/>
                  </a:lnTo>
                  <a:lnTo>
                    <a:pt x="288850" y="305690"/>
                  </a:lnTo>
                  <a:lnTo>
                    <a:pt x="9310" y="49930"/>
                  </a:lnTo>
                  <a:lnTo>
                    <a:pt x="2590" y="40701"/>
                  </a:lnTo>
                  <a:lnTo>
                    <a:pt x="0" y="29982"/>
                  </a:lnTo>
                  <a:lnTo>
                    <a:pt x="1609" y="19083"/>
                  </a:lnTo>
                  <a:lnTo>
                    <a:pt x="7491" y="9315"/>
                  </a:lnTo>
                  <a:lnTo>
                    <a:pt x="16714" y="2592"/>
                  </a:lnTo>
                  <a:lnTo>
                    <a:pt x="27427" y="0"/>
                  </a:lnTo>
                  <a:lnTo>
                    <a:pt x="38320" y="1610"/>
                  </a:lnTo>
                  <a:lnTo>
                    <a:pt x="48081" y="7495"/>
                  </a:lnTo>
                  <a:lnTo>
                    <a:pt x="322165" y="258178"/>
                  </a:lnTo>
                  <a:lnTo>
                    <a:pt x="328885" y="267407"/>
                  </a:lnTo>
                  <a:lnTo>
                    <a:pt x="331476" y="278127"/>
                  </a:lnTo>
                  <a:lnTo>
                    <a:pt x="329866" y="289026"/>
                  </a:lnTo>
                  <a:lnTo>
                    <a:pt x="323984" y="298793"/>
                  </a:lnTo>
                  <a:lnTo>
                    <a:pt x="318336" y="305020"/>
                  </a:lnTo>
                  <a:lnTo>
                    <a:pt x="310582" y="3081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0223683" y="5757651"/>
              <a:ext cx="194074" cy="194227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11048628" y="7244044"/>
              <a:ext cx="124460" cy="358140"/>
            </a:xfrm>
            <a:custGeom>
              <a:avLst/>
              <a:gdLst/>
              <a:ahLst/>
              <a:cxnLst/>
              <a:rect l="l" t="t" r="r" b="b"/>
              <a:pathLst>
                <a:path w="124459" h="358140">
                  <a:moveTo>
                    <a:pt x="95876" y="358112"/>
                  </a:moveTo>
                  <a:lnTo>
                    <a:pt x="239" y="34532"/>
                  </a:lnTo>
                  <a:lnTo>
                    <a:pt x="0" y="23112"/>
                  </a:lnTo>
                  <a:lnTo>
                    <a:pt x="3996" y="12860"/>
                  </a:lnTo>
                  <a:lnTo>
                    <a:pt x="11547" y="4870"/>
                  </a:lnTo>
                  <a:lnTo>
                    <a:pt x="21970" y="239"/>
                  </a:lnTo>
                  <a:lnTo>
                    <a:pt x="33385" y="0"/>
                  </a:lnTo>
                  <a:lnTo>
                    <a:pt x="43642" y="3999"/>
                  </a:lnTo>
                  <a:lnTo>
                    <a:pt x="51655" y="11554"/>
                  </a:lnTo>
                  <a:lnTo>
                    <a:pt x="56338" y="21984"/>
                  </a:lnTo>
                  <a:lnTo>
                    <a:pt x="124022" y="323149"/>
                  </a:lnTo>
                  <a:lnTo>
                    <a:pt x="124261" y="334569"/>
                  </a:lnTo>
                  <a:lnTo>
                    <a:pt x="120264" y="344821"/>
                  </a:lnTo>
                  <a:lnTo>
                    <a:pt x="112713" y="352811"/>
                  </a:lnTo>
                  <a:lnTo>
                    <a:pt x="102290" y="357442"/>
                  </a:lnTo>
                  <a:lnTo>
                    <a:pt x="100184" y="357921"/>
                  </a:lnTo>
                  <a:lnTo>
                    <a:pt x="95876" y="3581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982159" y="7181271"/>
              <a:ext cx="191334" cy="191448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11099404" y="7928504"/>
              <a:ext cx="280670" cy="153670"/>
            </a:xfrm>
            <a:custGeom>
              <a:avLst/>
              <a:gdLst/>
              <a:ahLst/>
              <a:cxnLst/>
              <a:rect l="l" t="t" r="r" b="b"/>
              <a:pathLst>
                <a:path w="280670" h="153670">
                  <a:moveTo>
                    <a:pt x="251884" y="153179"/>
                  </a:moveTo>
                  <a:lnTo>
                    <a:pt x="248150" y="153179"/>
                  </a:lnTo>
                  <a:lnTo>
                    <a:pt x="244321" y="152412"/>
                  </a:lnTo>
                  <a:lnTo>
                    <a:pt x="17433" y="55185"/>
                  </a:lnTo>
                  <a:lnTo>
                    <a:pt x="8056" y="48709"/>
                  </a:lnTo>
                  <a:lnTo>
                    <a:pt x="2080" y="39440"/>
                  </a:lnTo>
                  <a:lnTo>
                    <a:pt x="0" y="28608"/>
                  </a:lnTo>
                  <a:lnTo>
                    <a:pt x="2308" y="17444"/>
                  </a:lnTo>
                  <a:lnTo>
                    <a:pt x="8767" y="8061"/>
                  </a:lnTo>
                  <a:lnTo>
                    <a:pt x="18008" y="2081"/>
                  </a:lnTo>
                  <a:lnTo>
                    <a:pt x="28829" y="0"/>
                  </a:lnTo>
                  <a:lnTo>
                    <a:pt x="40026" y="2309"/>
                  </a:lnTo>
                  <a:lnTo>
                    <a:pt x="263180" y="98003"/>
                  </a:lnTo>
                  <a:lnTo>
                    <a:pt x="272558" y="104480"/>
                  </a:lnTo>
                  <a:lnTo>
                    <a:pt x="278534" y="113749"/>
                  </a:lnTo>
                  <a:lnTo>
                    <a:pt x="280614" y="124581"/>
                  </a:lnTo>
                  <a:lnTo>
                    <a:pt x="278306" y="135745"/>
                  </a:lnTo>
                  <a:lnTo>
                    <a:pt x="273774" y="143076"/>
                  </a:lnTo>
                  <a:lnTo>
                    <a:pt x="267536" y="148557"/>
                  </a:lnTo>
                  <a:lnTo>
                    <a:pt x="260078" y="151990"/>
                  </a:lnTo>
                  <a:lnTo>
                    <a:pt x="251884" y="153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249679" y="7953767"/>
              <a:ext cx="194410" cy="194526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11681592" y="7592218"/>
              <a:ext cx="344170" cy="344805"/>
            </a:xfrm>
            <a:custGeom>
              <a:avLst/>
              <a:gdLst/>
              <a:ahLst/>
              <a:cxnLst/>
              <a:rect l="l" t="t" r="r" b="b"/>
              <a:pathLst>
                <a:path w="344170" h="344804">
                  <a:moveTo>
                    <a:pt x="322788" y="344342"/>
                  </a:moveTo>
                  <a:lnTo>
                    <a:pt x="315416" y="344342"/>
                  </a:lnTo>
                  <a:lnTo>
                    <a:pt x="308045" y="344342"/>
                  </a:lnTo>
                  <a:lnTo>
                    <a:pt x="300673" y="341564"/>
                  </a:lnTo>
                  <a:lnTo>
                    <a:pt x="8400" y="49020"/>
                  </a:lnTo>
                  <a:lnTo>
                    <a:pt x="2100" y="39522"/>
                  </a:lnTo>
                  <a:lnTo>
                    <a:pt x="0" y="28712"/>
                  </a:lnTo>
                  <a:lnTo>
                    <a:pt x="2100" y="17903"/>
                  </a:lnTo>
                  <a:lnTo>
                    <a:pt x="8400" y="8405"/>
                  </a:lnTo>
                  <a:lnTo>
                    <a:pt x="17893" y="2101"/>
                  </a:lnTo>
                  <a:lnTo>
                    <a:pt x="28695" y="0"/>
                  </a:lnTo>
                  <a:lnTo>
                    <a:pt x="39498" y="2101"/>
                  </a:lnTo>
                  <a:lnTo>
                    <a:pt x="48991" y="8405"/>
                  </a:lnTo>
                  <a:lnTo>
                    <a:pt x="335712" y="295297"/>
                  </a:lnTo>
                  <a:lnTo>
                    <a:pt x="342012" y="304796"/>
                  </a:lnTo>
                  <a:lnTo>
                    <a:pt x="344113" y="315605"/>
                  </a:lnTo>
                  <a:lnTo>
                    <a:pt x="342012" y="326414"/>
                  </a:lnTo>
                  <a:lnTo>
                    <a:pt x="335712" y="335912"/>
                  </a:lnTo>
                  <a:lnTo>
                    <a:pt x="330064" y="341564"/>
                  </a:lnTo>
                  <a:lnTo>
                    <a:pt x="322788" y="3443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896357" y="7807112"/>
              <a:ext cx="194409" cy="19449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13390500" y="8253914"/>
              <a:ext cx="383540" cy="69215"/>
            </a:xfrm>
            <a:custGeom>
              <a:avLst/>
              <a:gdLst/>
              <a:ahLst/>
              <a:cxnLst/>
              <a:rect l="l" t="t" r="r" b="b"/>
              <a:pathLst>
                <a:path w="383540" h="69215">
                  <a:moveTo>
                    <a:pt x="29677" y="68777"/>
                  </a:moveTo>
                  <a:lnTo>
                    <a:pt x="28719" y="68777"/>
                  </a:lnTo>
                  <a:lnTo>
                    <a:pt x="17810" y="66634"/>
                  </a:lnTo>
                  <a:lnTo>
                    <a:pt x="8795" y="60754"/>
                  </a:lnTo>
                  <a:lnTo>
                    <a:pt x="2562" y="51966"/>
                  </a:lnTo>
                  <a:lnTo>
                    <a:pt x="0" y="41093"/>
                  </a:lnTo>
                  <a:lnTo>
                    <a:pt x="1859" y="29813"/>
                  </a:lnTo>
                  <a:lnTo>
                    <a:pt x="7694" y="20463"/>
                  </a:lnTo>
                  <a:lnTo>
                    <a:pt x="16599" y="14004"/>
                  </a:lnTo>
                  <a:lnTo>
                    <a:pt x="27667" y="11399"/>
                  </a:lnTo>
                  <a:lnTo>
                    <a:pt x="353351" y="0"/>
                  </a:lnTo>
                  <a:lnTo>
                    <a:pt x="364786" y="1860"/>
                  </a:lnTo>
                  <a:lnTo>
                    <a:pt x="374113" y="7699"/>
                  </a:lnTo>
                  <a:lnTo>
                    <a:pt x="380478" y="16609"/>
                  </a:lnTo>
                  <a:lnTo>
                    <a:pt x="383028" y="27683"/>
                  </a:lnTo>
                  <a:lnTo>
                    <a:pt x="381169" y="38964"/>
                  </a:lnTo>
                  <a:lnTo>
                    <a:pt x="375333" y="48314"/>
                  </a:lnTo>
                  <a:lnTo>
                    <a:pt x="366429" y="54772"/>
                  </a:lnTo>
                  <a:lnTo>
                    <a:pt x="355361" y="57378"/>
                  </a:lnTo>
                  <a:lnTo>
                    <a:pt x="29677" y="687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3327029" y="8196536"/>
              <a:ext cx="194242" cy="194358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14063624" y="8465826"/>
              <a:ext cx="346710" cy="254635"/>
            </a:xfrm>
            <a:custGeom>
              <a:avLst/>
              <a:gdLst/>
              <a:ahLst/>
              <a:cxnLst/>
              <a:rect l="l" t="t" r="r" b="b"/>
              <a:pathLst>
                <a:path w="346709" h="254634">
                  <a:moveTo>
                    <a:pt x="33865" y="254490"/>
                  </a:moveTo>
                  <a:lnTo>
                    <a:pt x="28217" y="254490"/>
                  </a:lnTo>
                  <a:lnTo>
                    <a:pt x="21411" y="253675"/>
                  </a:lnTo>
                  <a:lnTo>
                    <a:pt x="0" y="220389"/>
                  </a:lnTo>
                  <a:lnTo>
                    <a:pt x="4071" y="210152"/>
                  </a:lnTo>
                  <a:lnTo>
                    <a:pt x="12038" y="201998"/>
                  </a:lnTo>
                  <a:lnTo>
                    <a:pt x="302301" y="4478"/>
                  </a:lnTo>
                  <a:lnTo>
                    <a:pt x="312819" y="56"/>
                  </a:lnTo>
                  <a:lnTo>
                    <a:pt x="323841" y="0"/>
                  </a:lnTo>
                  <a:lnTo>
                    <a:pt x="334072" y="4073"/>
                  </a:lnTo>
                  <a:lnTo>
                    <a:pt x="342221" y="12045"/>
                  </a:lnTo>
                  <a:lnTo>
                    <a:pt x="346640" y="22570"/>
                  </a:lnTo>
                  <a:lnTo>
                    <a:pt x="346697" y="33598"/>
                  </a:lnTo>
                  <a:lnTo>
                    <a:pt x="342625" y="43835"/>
                  </a:lnTo>
                  <a:lnTo>
                    <a:pt x="334658" y="51989"/>
                  </a:lnTo>
                  <a:lnTo>
                    <a:pt x="39418" y="252862"/>
                  </a:lnTo>
                  <a:lnTo>
                    <a:pt x="33865" y="2544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282674" y="8401276"/>
              <a:ext cx="190915" cy="191030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15735508" y="6843041"/>
              <a:ext cx="332740" cy="247015"/>
            </a:xfrm>
            <a:custGeom>
              <a:avLst/>
              <a:gdLst/>
              <a:ahLst/>
              <a:cxnLst/>
              <a:rect l="l" t="t" r="r" b="b"/>
              <a:pathLst>
                <a:path w="332740" h="247015">
                  <a:moveTo>
                    <a:pt x="33865" y="246732"/>
                  </a:moveTo>
                  <a:lnTo>
                    <a:pt x="95" y="223767"/>
                  </a:lnTo>
                  <a:lnTo>
                    <a:pt x="0" y="212762"/>
                  </a:lnTo>
                  <a:lnTo>
                    <a:pt x="4032" y="202529"/>
                  </a:lnTo>
                  <a:lnTo>
                    <a:pt x="11943" y="194334"/>
                  </a:lnTo>
                  <a:lnTo>
                    <a:pt x="287846" y="4574"/>
                  </a:lnTo>
                  <a:lnTo>
                    <a:pt x="298310" y="95"/>
                  </a:lnTo>
                  <a:lnTo>
                    <a:pt x="309314" y="0"/>
                  </a:lnTo>
                  <a:lnTo>
                    <a:pt x="319563" y="4035"/>
                  </a:lnTo>
                  <a:lnTo>
                    <a:pt x="327766" y="11950"/>
                  </a:lnTo>
                  <a:lnTo>
                    <a:pt x="332242" y="22461"/>
                  </a:lnTo>
                  <a:lnTo>
                    <a:pt x="332337" y="33466"/>
                  </a:lnTo>
                  <a:lnTo>
                    <a:pt x="328305" y="43700"/>
                  </a:lnTo>
                  <a:lnTo>
                    <a:pt x="320394" y="51894"/>
                  </a:lnTo>
                  <a:lnTo>
                    <a:pt x="39513" y="245103"/>
                  </a:lnTo>
                  <a:lnTo>
                    <a:pt x="33865" y="2467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5939970" y="6778359"/>
              <a:ext cx="191179" cy="191293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15910496" y="7288839"/>
              <a:ext cx="261620" cy="295910"/>
            </a:xfrm>
            <a:custGeom>
              <a:avLst/>
              <a:gdLst/>
              <a:ahLst/>
              <a:cxnLst/>
              <a:rect l="l" t="t" r="r" b="b"/>
              <a:pathLst>
                <a:path w="261619" h="295909">
                  <a:moveTo>
                    <a:pt x="36749" y="295405"/>
                  </a:moveTo>
                  <a:lnTo>
                    <a:pt x="28612" y="295405"/>
                  </a:lnTo>
                  <a:lnTo>
                    <a:pt x="22006" y="295405"/>
                  </a:lnTo>
                  <a:lnTo>
                    <a:pt x="15305" y="293106"/>
                  </a:lnTo>
                  <a:lnTo>
                    <a:pt x="9944" y="288508"/>
                  </a:lnTo>
                  <a:lnTo>
                    <a:pt x="2921" y="279510"/>
                  </a:lnTo>
                  <a:lnTo>
                    <a:pt x="0" y="268895"/>
                  </a:lnTo>
                  <a:lnTo>
                    <a:pt x="1260" y="257957"/>
                  </a:lnTo>
                  <a:lnTo>
                    <a:pt x="6785" y="247989"/>
                  </a:lnTo>
                  <a:lnTo>
                    <a:pt x="210696" y="9950"/>
                  </a:lnTo>
                  <a:lnTo>
                    <a:pt x="219689" y="2923"/>
                  </a:lnTo>
                  <a:lnTo>
                    <a:pt x="230297" y="0"/>
                  </a:lnTo>
                  <a:lnTo>
                    <a:pt x="241229" y="1261"/>
                  </a:lnTo>
                  <a:lnTo>
                    <a:pt x="251191" y="6789"/>
                  </a:lnTo>
                  <a:lnTo>
                    <a:pt x="258214" y="15787"/>
                  </a:lnTo>
                  <a:lnTo>
                    <a:pt x="261135" y="26402"/>
                  </a:lnTo>
                  <a:lnTo>
                    <a:pt x="259875" y="37340"/>
                  </a:lnTo>
                  <a:lnTo>
                    <a:pt x="254350" y="47308"/>
                  </a:lnTo>
                  <a:lnTo>
                    <a:pt x="44790" y="291956"/>
                  </a:lnTo>
                  <a:lnTo>
                    <a:pt x="36749" y="2954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6042955" y="7224203"/>
              <a:ext cx="193751" cy="193903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15705125" y="7846122"/>
              <a:ext cx="297815" cy="281305"/>
            </a:xfrm>
            <a:custGeom>
              <a:avLst/>
              <a:gdLst/>
              <a:ahLst/>
              <a:cxnLst/>
              <a:rect l="l" t="t" r="r" b="b"/>
              <a:pathLst>
                <a:path w="297815" h="281304">
                  <a:moveTo>
                    <a:pt x="35720" y="280773"/>
                  </a:moveTo>
                  <a:lnTo>
                    <a:pt x="28732" y="280773"/>
                  </a:lnTo>
                  <a:lnTo>
                    <a:pt x="20977" y="280773"/>
                  </a:lnTo>
                  <a:lnTo>
                    <a:pt x="13319" y="277708"/>
                  </a:lnTo>
                  <a:lnTo>
                    <a:pt x="7670" y="271577"/>
                  </a:lnTo>
                  <a:lnTo>
                    <a:pt x="1703" y="261863"/>
                  </a:lnTo>
                  <a:lnTo>
                    <a:pt x="0" y="250982"/>
                  </a:lnTo>
                  <a:lnTo>
                    <a:pt x="2514" y="240245"/>
                  </a:lnTo>
                  <a:lnTo>
                    <a:pt x="9202" y="230962"/>
                  </a:lnTo>
                  <a:lnTo>
                    <a:pt x="249492" y="7675"/>
                  </a:lnTo>
                  <a:lnTo>
                    <a:pt x="259200" y="1704"/>
                  </a:lnTo>
                  <a:lnTo>
                    <a:pt x="270074" y="0"/>
                  </a:lnTo>
                  <a:lnTo>
                    <a:pt x="280805" y="2515"/>
                  </a:lnTo>
                  <a:lnTo>
                    <a:pt x="290082" y="9207"/>
                  </a:lnTo>
                  <a:lnTo>
                    <a:pt x="296049" y="18921"/>
                  </a:lnTo>
                  <a:lnTo>
                    <a:pt x="297753" y="29802"/>
                  </a:lnTo>
                  <a:lnTo>
                    <a:pt x="295239" y="40540"/>
                  </a:lnTo>
                  <a:lnTo>
                    <a:pt x="288551" y="49822"/>
                  </a:lnTo>
                  <a:lnTo>
                    <a:pt x="42708" y="278282"/>
                  </a:lnTo>
                  <a:lnTo>
                    <a:pt x="35720" y="2807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5640242" y="7997687"/>
              <a:ext cx="194313" cy="194429"/>
            </a:xfrm>
            <a:prstGeom prst="rect">
              <a:avLst/>
            </a:prstGeom>
          </p:spPr>
        </p:pic>
      </p:grpSp>
      <p:sp>
        <p:nvSpPr>
          <p:cNvPr id="94" name="object 94" descr="$PPTXTitle"/>
          <p:cNvSpPr txBox="1">
            <a:spLocks noGrp="1"/>
          </p:cNvSpPr>
          <p:nvPr>
            <p:ph type="title"/>
          </p:nvPr>
        </p:nvSpPr>
        <p:spPr>
          <a:xfrm>
            <a:off x="1016000" y="3670331"/>
            <a:ext cx="7687945" cy="279336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10870"/>
              </a:lnSpc>
              <a:spcBef>
                <a:spcPts val="300"/>
              </a:spcBef>
            </a:pPr>
            <a:r>
              <a:rPr sz="9100" spc="235" dirty="0">
                <a:solidFill>
                  <a:srgbClr val="292929"/>
                </a:solidFill>
              </a:rPr>
              <a:t>Data</a:t>
            </a:r>
            <a:r>
              <a:rPr sz="9100" spc="-365" dirty="0">
                <a:solidFill>
                  <a:srgbClr val="292929"/>
                </a:solidFill>
              </a:rPr>
              <a:t> </a:t>
            </a:r>
            <a:r>
              <a:rPr sz="9100" spc="-10" dirty="0">
                <a:solidFill>
                  <a:srgbClr val="292929"/>
                </a:solidFill>
              </a:rPr>
              <a:t>Analysis </a:t>
            </a:r>
            <a:r>
              <a:rPr sz="9100" spc="140" dirty="0">
                <a:solidFill>
                  <a:srgbClr val="292929"/>
                </a:solidFill>
              </a:rPr>
              <a:t>and</a:t>
            </a:r>
            <a:r>
              <a:rPr sz="9100" spc="-365" dirty="0">
                <a:solidFill>
                  <a:srgbClr val="292929"/>
                </a:solidFill>
              </a:rPr>
              <a:t> </a:t>
            </a:r>
            <a:r>
              <a:rPr sz="9100" spc="75" dirty="0">
                <a:solidFill>
                  <a:srgbClr val="292929"/>
                </a:solidFill>
              </a:rPr>
              <a:t>Analytics</a:t>
            </a:r>
            <a:endParaRPr sz="9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D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43278" y="2766447"/>
            <a:ext cx="6014235" cy="602509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86609" y="1672533"/>
            <a:ext cx="6563995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0" spc="120" dirty="0">
                <a:solidFill>
                  <a:srgbClr val="292929"/>
                </a:solidFill>
              </a:rPr>
              <a:t>Introduction</a:t>
            </a:r>
            <a:endParaRPr sz="85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8274" y="4006138"/>
            <a:ext cx="152399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8274" y="5920663"/>
            <a:ext cx="152399" cy="1523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93180" y="3675283"/>
            <a:ext cx="7936865" cy="2578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300"/>
              </a:lnSpc>
              <a:spcBef>
                <a:spcPts val="100"/>
              </a:spcBef>
            </a:pPr>
            <a:r>
              <a:rPr sz="360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3600" spc="560" dirty="0">
                <a:solidFill>
                  <a:srgbClr val="292929"/>
                </a:solidFill>
                <a:latin typeface="Arial MT"/>
                <a:cs typeface="Arial MT"/>
              </a:rPr>
              <a:t>  </a:t>
            </a:r>
            <a:r>
              <a:rPr sz="3600" dirty="0">
                <a:solidFill>
                  <a:srgbClr val="292929"/>
                </a:solidFill>
                <a:latin typeface="Arial MT"/>
                <a:cs typeface="Arial MT"/>
              </a:rPr>
              <a:t>analysis</a:t>
            </a:r>
            <a:r>
              <a:rPr sz="3600" spc="560" dirty="0">
                <a:solidFill>
                  <a:srgbClr val="292929"/>
                </a:solidFill>
                <a:latin typeface="Arial MT"/>
                <a:cs typeface="Arial MT"/>
              </a:rPr>
              <a:t>  </a:t>
            </a:r>
            <a:r>
              <a:rPr sz="3600" spc="7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3600" spc="560" dirty="0">
                <a:solidFill>
                  <a:srgbClr val="292929"/>
                </a:solidFill>
                <a:latin typeface="Arial MT"/>
                <a:cs typeface="Arial MT"/>
              </a:rPr>
              <a:t>  </a:t>
            </a:r>
            <a:r>
              <a:rPr sz="3600" spc="85" dirty="0">
                <a:solidFill>
                  <a:srgbClr val="292929"/>
                </a:solidFill>
                <a:latin typeface="Arial MT"/>
                <a:cs typeface="Arial MT"/>
              </a:rPr>
              <a:t>analytics</a:t>
            </a:r>
            <a:r>
              <a:rPr sz="3600" spc="565" dirty="0">
                <a:solidFill>
                  <a:srgbClr val="292929"/>
                </a:solidFill>
                <a:latin typeface="Arial MT"/>
                <a:cs typeface="Arial MT"/>
              </a:rPr>
              <a:t>  </a:t>
            </a:r>
            <a:r>
              <a:rPr sz="3600" spc="-20" dirty="0">
                <a:solidFill>
                  <a:srgbClr val="292929"/>
                </a:solidFill>
                <a:latin typeface="Arial MT"/>
                <a:cs typeface="Arial MT"/>
              </a:rPr>
              <a:t>have </a:t>
            </a:r>
            <a:r>
              <a:rPr sz="3600" spc="145" dirty="0">
                <a:solidFill>
                  <a:srgbClr val="292929"/>
                </a:solidFill>
                <a:latin typeface="Arial MT"/>
                <a:cs typeface="Arial MT"/>
              </a:rPr>
              <a:t>become</a:t>
            </a:r>
            <a:r>
              <a:rPr sz="3600" spc="6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600" spc="60" dirty="0">
                <a:solidFill>
                  <a:srgbClr val="292929"/>
                </a:solidFill>
                <a:latin typeface="Arial MT"/>
                <a:cs typeface="Arial MT"/>
              </a:rPr>
              <a:t>integral</a:t>
            </a:r>
            <a:r>
              <a:rPr sz="3600" spc="6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600" spc="25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3600" spc="6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600" spc="155" dirty="0">
                <a:solidFill>
                  <a:srgbClr val="292929"/>
                </a:solidFill>
                <a:latin typeface="Arial MT"/>
                <a:cs typeface="Arial MT"/>
              </a:rPr>
              <a:t>decision-</a:t>
            </a:r>
            <a:r>
              <a:rPr sz="3600" spc="-10" dirty="0">
                <a:solidFill>
                  <a:srgbClr val="292929"/>
                </a:solidFill>
                <a:latin typeface="Arial MT"/>
                <a:cs typeface="Arial MT"/>
              </a:rPr>
              <a:t>making </a:t>
            </a:r>
            <a:r>
              <a:rPr sz="36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3600" spc="1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292929"/>
                </a:solidFill>
                <a:latin typeface="Arial MT"/>
                <a:cs typeface="Arial MT"/>
              </a:rPr>
              <a:t>various</a:t>
            </a:r>
            <a:r>
              <a:rPr sz="3600" spc="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292929"/>
                </a:solidFill>
                <a:latin typeface="Arial MT"/>
                <a:cs typeface="Arial MT"/>
              </a:rPr>
              <a:t>fields.</a:t>
            </a:r>
            <a:endParaRPr sz="36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705"/>
              </a:spcBef>
            </a:pPr>
            <a:r>
              <a:rPr sz="36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3600" spc="2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600" spc="114" dirty="0">
                <a:solidFill>
                  <a:srgbClr val="292929"/>
                </a:solidFill>
                <a:latin typeface="Arial MT"/>
                <a:cs typeface="Arial MT"/>
              </a:rPr>
              <a:t>this</a:t>
            </a:r>
            <a:r>
              <a:rPr sz="3600" spc="2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600" spc="75" dirty="0">
                <a:solidFill>
                  <a:srgbClr val="292929"/>
                </a:solidFill>
                <a:latin typeface="Arial MT"/>
                <a:cs typeface="Arial MT"/>
              </a:rPr>
              <a:t>presentation,</a:t>
            </a:r>
            <a:r>
              <a:rPr sz="3600" spc="2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292929"/>
                </a:solidFill>
                <a:latin typeface="Arial MT"/>
                <a:cs typeface="Arial MT"/>
              </a:rPr>
              <a:t>we'll</a:t>
            </a:r>
            <a:r>
              <a:rPr sz="3600" spc="2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600" spc="70" dirty="0">
                <a:solidFill>
                  <a:srgbClr val="292929"/>
                </a:solidFill>
                <a:latin typeface="Arial MT"/>
                <a:cs typeface="Arial MT"/>
              </a:rPr>
              <a:t>explore</a:t>
            </a:r>
            <a:r>
              <a:rPr sz="3600" spc="2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600" spc="125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endParaRPr sz="3600">
              <a:latin typeface="Arial MT"/>
              <a:cs typeface="Arial MT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774130" y="6333990"/>
          <a:ext cx="7970520" cy="1870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1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6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6585">
                <a:tc>
                  <a:txBody>
                    <a:bodyPr/>
                    <a:lstStyle/>
                    <a:p>
                      <a:pPr marL="31750">
                        <a:lnSpc>
                          <a:spcPts val="4290"/>
                        </a:lnSpc>
                      </a:pPr>
                      <a:r>
                        <a:rPr sz="3600" spc="80" dirty="0">
                          <a:solidFill>
                            <a:srgbClr val="292929"/>
                          </a:solidFill>
                          <a:latin typeface="Arial MT"/>
                          <a:cs typeface="Arial MT"/>
                        </a:rPr>
                        <a:t>importance,</a:t>
                      </a:r>
                      <a:endParaRPr sz="36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ts val="4290"/>
                        </a:lnSpc>
                      </a:pPr>
                      <a:r>
                        <a:rPr sz="3600" spc="-10" dirty="0">
                          <a:solidFill>
                            <a:srgbClr val="292929"/>
                          </a:solidFill>
                          <a:latin typeface="Arial MT"/>
                          <a:cs typeface="Arial MT"/>
                        </a:rPr>
                        <a:t>process,</a:t>
                      </a:r>
                      <a:endParaRPr sz="36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ts val="4290"/>
                        </a:lnSpc>
                      </a:pPr>
                      <a:r>
                        <a:rPr sz="3600" spc="50" dirty="0">
                          <a:solidFill>
                            <a:srgbClr val="292929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endParaRPr sz="36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3600" spc="90" dirty="0">
                          <a:solidFill>
                            <a:srgbClr val="292929"/>
                          </a:solidFill>
                          <a:latin typeface="Arial MT"/>
                          <a:cs typeface="Arial MT"/>
                        </a:rPr>
                        <a:t>applications</a:t>
                      </a:r>
                      <a:endParaRPr sz="3600">
                        <a:latin typeface="Arial MT"/>
                        <a:cs typeface="Arial MT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3600" spc="125" dirty="0">
                          <a:solidFill>
                            <a:srgbClr val="292929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endParaRPr sz="3600">
                        <a:latin typeface="Arial MT"/>
                        <a:cs typeface="Arial MT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40"/>
                        </a:spcBef>
                        <a:tabLst>
                          <a:tab pos="1507490" algn="l"/>
                        </a:tabLst>
                      </a:pPr>
                      <a:r>
                        <a:rPr sz="3600" spc="105" dirty="0">
                          <a:solidFill>
                            <a:srgbClr val="292929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sz="3600" dirty="0">
                          <a:solidFill>
                            <a:srgbClr val="292929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3600" spc="-10" dirty="0">
                          <a:solidFill>
                            <a:srgbClr val="292929"/>
                          </a:solidFill>
                          <a:latin typeface="Arial MT"/>
                          <a:cs typeface="Arial MT"/>
                        </a:rPr>
                        <a:t>analysis</a:t>
                      </a:r>
                      <a:endParaRPr sz="3600">
                        <a:latin typeface="Arial MT"/>
                        <a:cs typeface="Arial MT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3600" spc="50" dirty="0">
                          <a:solidFill>
                            <a:srgbClr val="292929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endParaRPr sz="3600">
                        <a:latin typeface="Arial MT"/>
                        <a:cs typeface="Arial MT"/>
                      </a:endParaRPr>
                    </a:p>
                  </a:txBody>
                  <a:tcPr marL="0" marR="0" marT="177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3600" spc="35" dirty="0">
                          <a:solidFill>
                            <a:srgbClr val="292929"/>
                          </a:solidFill>
                          <a:latin typeface="Arial MT"/>
                          <a:cs typeface="Arial MT"/>
                        </a:rPr>
                        <a:t>analytics.</a:t>
                      </a:r>
                      <a:endParaRPr sz="3600">
                        <a:latin typeface="Arial MT"/>
                        <a:cs typeface="Arial MT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4122" y="1665057"/>
            <a:ext cx="5946770" cy="72771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59531" y="1156197"/>
            <a:ext cx="7383780" cy="24872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120"/>
              </a:spcBef>
            </a:pPr>
            <a:r>
              <a:rPr sz="8050" spc="55" dirty="0">
                <a:solidFill>
                  <a:srgbClr val="292929"/>
                </a:solidFill>
              </a:rPr>
              <a:t>Understanding </a:t>
            </a:r>
            <a:r>
              <a:rPr sz="8050" spc="235" dirty="0">
                <a:solidFill>
                  <a:srgbClr val="292929"/>
                </a:solidFill>
              </a:rPr>
              <a:t>Data</a:t>
            </a:r>
            <a:r>
              <a:rPr sz="8050" spc="-310" dirty="0">
                <a:solidFill>
                  <a:srgbClr val="292929"/>
                </a:solidFill>
              </a:rPr>
              <a:t> </a:t>
            </a:r>
            <a:r>
              <a:rPr sz="8050" spc="-10" dirty="0">
                <a:solidFill>
                  <a:srgbClr val="292929"/>
                </a:solidFill>
              </a:rPr>
              <a:t>Analysis</a:t>
            </a:r>
            <a:endParaRPr sz="80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8274" y="4446414"/>
            <a:ext cx="152399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8274" y="6360938"/>
            <a:ext cx="152399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8274" y="7637288"/>
            <a:ext cx="152399" cy="1523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93180" y="4115560"/>
            <a:ext cx="8341995" cy="4492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93725">
              <a:lnSpc>
                <a:spcPct val="116300"/>
              </a:lnSpc>
              <a:spcBef>
                <a:spcPts val="100"/>
              </a:spcBef>
            </a:pPr>
            <a:r>
              <a:rPr sz="3600" dirty="0">
                <a:latin typeface="Arial MT"/>
                <a:cs typeface="Arial MT"/>
              </a:rPr>
              <a:t>Data</a:t>
            </a:r>
            <a:r>
              <a:rPr sz="3600" spc="16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analysis</a:t>
            </a:r>
            <a:r>
              <a:rPr sz="3600" spc="16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involves</a:t>
            </a:r>
            <a:r>
              <a:rPr sz="3600" spc="16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examining, </a:t>
            </a:r>
            <a:r>
              <a:rPr sz="3600" dirty="0">
                <a:latin typeface="Arial MT"/>
                <a:cs typeface="Arial MT"/>
              </a:rPr>
              <a:t>cleaning,</a:t>
            </a:r>
            <a:r>
              <a:rPr sz="3600" spc="-65" dirty="0">
                <a:latin typeface="Arial MT"/>
                <a:cs typeface="Arial MT"/>
              </a:rPr>
              <a:t> </a:t>
            </a:r>
            <a:r>
              <a:rPr sz="3600" spc="55" dirty="0">
                <a:latin typeface="Arial MT"/>
                <a:cs typeface="Arial MT"/>
              </a:rPr>
              <a:t>transforming,</a:t>
            </a:r>
            <a:r>
              <a:rPr sz="3600" spc="-60" dirty="0">
                <a:latin typeface="Arial MT"/>
                <a:cs typeface="Arial MT"/>
              </a:rPr>
              <a:t> </a:t>
            </a:r>
            <a:r>
              <a:rPr sz="3600" spc="75" dirty="0">
                <a:latin typeface="Arial MT"/>
                <a:cs typeface="Arial MT"/>
              </a:rPr>
              <a:t>and</a:t>
            </a:r>
            <a:r>
              <a:rPr sz="3600" spc="-60" dirty="0">
                <a:latin typeface="Arial MT"/>
                <a:cs typeface="Arial MT"/>
              </a:rPr>
              <a:t> </a:t>
            </a:r>
            <a:r>
              <a:rPr sz="3600" spc="70" dirty="0">
                <a:latin typeface="Arial MT"/>
                <a:cs typeface="Arial MT"/>
              </a:rPr>
              <a:t>modeling </a:t>
            </a:r>
            <a:r>
              <a:rPr sz="3600" spc="-10" dirty="0">
                <a:latin typeface="Arial MT"/>
                <a:cs typeface="Arial MT"/>
              </a:rPr>
              <a:t>data.</a:t>
            </a:r>
            <a:endParaRPr sz="3600">
              <a:latin typeface="Arial MT"/>
              <a:cs typeface="Arial MT"/>
            </a:endParaRPr>
          </a:p>
          <a:p>
            <a:pPr marL="12700" marR="5080">
              <a:lnSpc>
                <a:spcPct val="116300"/>
              </a:lnSpc>
            </a:pPr>
            <a:r>
              <a:rPr sz="3600" spc="105" dirty="0">
                <a:latin typeface="Arial MT"/>
                <a:cs typeface="Arial MT"/>
              </a:rPr>
              <a:t>It</a:t>
            </a:r>
            <a:r>
              <a:rPr sz="3600" spc="-15" dirty="0">
                <a:latin typeface="Arial MT"/>
                <a:cs typeface="Arial MT"/>
              </a:rPr>
              <a:t> </a:t>
            </a:r>
            <a:r>
              <a:rPr sz="3600" spc="60" dirty="0">
                <a:latin typeface="Arial MT"/>
                <a:cs typeface="Arial MT"/>
              </a:rPr>
              <a:t>helps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spc="90" dirty="0">
                <a:latin typeface="Arial MT"/>
                <a:cs typeface="Arial MT"/>
              </a:rPr>
              <a:t>uncover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insights,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spc="60" dirty="0">
                <a:latin typeface="Arial MT"/>
                <a:cs typeface="Arial MT"/>
              </a:rPr>
              <a:t>trends,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spc="50" dirty="0">
                <a:latin typeface="Arial MT"/>
                <a:cs typeface="Arial MT"/>
              </a:rPr>
              <a:t>and </a:t>
            </a:r>
            <a:r>
              <a:rPr sz="3600" spc="140" dirty="0">
                <a:latin typeface="Arial MT"/>
                <a:cs typeface="Arial MT"/>
              </a:rPr>
              <a:t>patterns</a:t>
            </a:r>
            <a:r>
              <a:rPr sz="3600" spc="-35" dirty="0">
                <a:latin typeface="Arial MT"/>
                <a:cs typeface="Arial MT"/>
              </a:rPr>
              <a:t> </a:t>
            </a:r>
            <a:r>
              <a:rPr sz="3600" spc="185" dirty="0">
                <a:latin typeface="Arial MT"/>
                <a:cs typeface="Arial MT"/>
              </a:rPr>
              <a:t>that</a:t>
            </a:r>
            <a:r>
              <a:rPr sz="3600" spc="-30" dirty="0">
                <a:latin typeface="Arial MT"/>
                <a:cs typeface="Arial MT"/>
              </a:rPr>
              <a:t> </a:t>
            </a:r>
            <a:r>
              <a:rPr sz="3600" spc="110" dirty="0">
                <a:latin typeface="Arial MT"/>
                <a:cs typeface="Arial MT"/>
              </a:rPr>
              <a:t>inform</a:t>
            </a:r>
            <a:r>
              <a:rPr sz="3600" spc="-35" dirty="0">
                <a:latin typeface="Arial MT"/>
                <a:cs typeface="Arial MT"/>
              </a:rPr>
              <a:t> </a:t>
            </a:r>
            <a:r>
              <a:rPr sz="3600" spc="155" dirty="0">
                <a:latin typeface="Arial MT"/>
                <a:cs typeface="Arial MT"/>
              </a:rPr>
              <a:t>decision-</a:t>
            </a:r>
            <a:r>
              <a:rPr sz="3600" spc="-10" dirty="0">
                <a:latin typeface="Arial MT"/>
                <a:cs typeface="Arial MT"/>
              </a:rPr>
              <a:t>making. </a:t>
            </a:r>
            <a:r>
              <a:rPr sz="3600" spc="55" dirty="0">
                <a:latin typeface="Arial MT"/>
                <a:cs typeface="Arial MT"/>
              </a:rPr>
              <a:t>Types</a:t>
            </a:r>
            <a:r>
              <a:rPr sz="3600" spc="-85" dirty="0">
                <a:latin typeface="Arial MT"/>
                <a:cs typeface="Arial MT"/>
              </a:rPr>
              <a:t> </a:t>
            </a:r>
            <a:r>
              <a:rPr sz="3600" spc="150" dirty="0">
                <a:latin typeface="Arial MT"/>
                <a:cs typeface="Arial MT"/>
              </a:rPr>
              <a:t>of</a:t>
            </a:r>
            <a:r>
              <a:rPr sz="3600" spc="-85" dirty="0">
                <a:latin typeface="Arial MT"/>
                <a:cs typeface="Arial MT"/>
              </a:rPr>
              <a:t> </a:t>
            </a:r>
            <a:r>
              <a:rPr sz="3600" spc="125" dirty="0">
                <a:latin typeface="Arial MT"/>
                <a:cs typeface="Arial MT"/>
              </a:rPr>
              <a:t>data</a:t>
            </a:r>
            <a:r>
              <a:rPr sz="3600" spc="-8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analysis:</a:t>
            </a:r>
            <a:r>
              <a:rPr sz="3600" spc="-85" dirty="0">
                <a:latin typeface="Arial MT"/>
                <a:cs typeface="Arial MT"/>
              </a:rPr>
              <a:t> </a:t>
            </a:r>
            <a:r>
              <a:rPr sz="3600" spc="80" dirty="0">
                <a:latin typeface="Arial MT"/>
                <a:cs typeface="Arial MT"/>
              </a:rPr>
              <a:t>descriptive, </a:t>
            </a:r>
            <a:r>
              <a:rPr sz="3600" spc="60" dirty="0">
                <a:latin typeface="Arial MT"/>
                <a:cs typeface="Arial MT"/>
              </a:rPr>
              <a:t>diagnostic,</a:t>
            </a:r>
            <a:r>
              <a:rPr sz="3600" spc="-40" dirty="0">
                <a:latin typeface="Arial MT"/>
                <a:cs typeface="Arial MT"/>
              </a:rPr>
              <a:t> </a:t>
            </a:r>
            <a:r>
              <a:rPr sz="3600" spc="100" dirty="0">
                <a:latin typeface="Arial MT"/>
                <a:cs typeface="Arial MT"/>
              </a:rPr>
              <a:t>predictive,</a:t>
            </a:r>
            <a:r>
              <a:rPr sz="3600" spc="-35" dirty="0">
                <a:latin typeface="Arial MT"/>
                <a:cs typeface="Arial MT"/>
              </a:rPr>
              <a:t> </a:t>
            </a:r>
            <a:r>
              <a:rPr sz="3600" spc="75" dirty="0">
                <a:latin typeface="Arial MT"/>
                <a:cs typeface="Arial MT"/>
              </a:rPr>
              <a:t>and</a:t>
            </a:r>
            <a:r>
              <a:rPr sz="3600" spc="-35" dirty="0">
                <a:latin typeface="Arial MT"/>
                <a:cs typeface="Arial MT"/>
              </a:rPr>
              <a:t> </a:t>
            </a:r>
            <a:r>
              <a:rPr sz="3600" spc="85" dirty="0">
                <a:latin typeface="Arial MT"/>
                <a:cs typeface="Arial MT"/>
              </a:rPr>
              <a:t>prescriptive.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D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5008" y="1423332"/>
            <a:ext cx="6867524" cy="743902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20431" y="1033314"/>
            <a:ext cx="6561455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500" spc="175" dirty="0">
                <a:solidFill>
                  <a:srgbClr val="292929"/>
                </a:solidFill>
              </a:rPr>
              <a:t>Importance</a:t>
            </a:r>
            <a:r>
              <a:rPr sz="7500" spc="-270" dirty="0">
                <a:solidFill>
                  <a:srgbClr val="292929"/>
                </a:solidFill>
              </a:rPr>
              <a:t> </a:t>
            </a:r>
            <a:r>
              <a:rPr sz="7500" spc="35" dirty="0">
                <a:solidFill>
                  <a:srgbClr val="292929"/>
                </a:solidFill>
              </a:rPr>
              <a:t>of </a:t>
            </a:r>
            <a:r>
              <a:rPr sz="7500" spc="195" dirty="0">
                <a:solidFill>
                  <a:srgbClr val="292929"/>
                </a:solidFill>
              </a:rPr>
              <a:t>Data</a:t>
            </a:r>
            <a:r>
              <a:rPr sz="7500" spc="-290" dirty="0">
                <a:solidFill>
                  <a:srgbClr val="292929"/>
                </a:solidFill>
              </a:rPr>
              <a:t> </a:t>
            </a:r>
            <a:r>
              <a:rPr sz="7500" spc="-10" dirty="0">
                <a:solidFill>
                  <a:srgbClr val="292929"/>
                </a:solidFill>
              </a:rPr>
              <a:t>Analysis</a:t>
            </a:r>
            <a:endParaRPr sz="75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406" y="4142589"/>
            <a:ext cx="114300" cy="114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406" y="5095089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406" y="6523839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406" y="7476339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103242" y="3884124"/>
            <a:ext cx="8121015" cy="478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209">
              <a:lnSpc>
                <a:spcPct val="115700"/>
              </a:lnSpc>
              <a:spcBef>
                <a:spcPts val="100"/>
              </a:spcBef>
            </a:pPr>
            <a:r>
              <a:rPr sz="2700" spc="65" dirty="0">
                <a:solidFill>
                  <a:srgbClr val="292929"/>
                </a:solidFill>
                <a:latin typeface="Arial MT"/>
                <a:cs typeface="Arial MT"/>
              </a:rPr>
              <a:t>Informed</a:t>
            </a:r>
            <a:r>
              <a:rPr sz="27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85" dirty="0">
                <a:solidFill>
                  <a:srgbClr val="292929"/>
                </a:solidFill>
                <a:latin typeface="Arial MT"/>
                <a:cs typeface="Arial MT"/>
              </a:rPr>
              <a:t>Decision-</a:t>
            </a:r>
            <a:r>
              <a:rPr sz="2700" spc="-20" dirty="0">
                <a:solidFill>
                  <a:srgbClr val="292929"/>
                </a:solidFill>
                <a:latin typeface="Arial MT"/>
                <a:cs typeface="Arial MT"/>
              </a:rPr>
              <a:t>Making:</a:t>
            </a:r>
            <a:r>
              <a:rPr sz="27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292929"/>
                </a:solidFill>
                <a:latin typeface="Arial MT"/>
                <a:cs typeface="Arial MT"/>
              </a:rPr>
              <a:t>Businesses</a:t>
            </a:r>
            <a:r>
              <a:rPr sz="27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55" dirty="0">
                <a:solidFill>
                  <a:srgbClr val="292929"/>
                </a:solidFill>
                <a:latin typeface="Arial MT"/>
                <a:cs typeface="Arial MT"/>
              </a:rPr>
              <a:t>rely</a:t>
            </a:r>
            <a:r>
              <a:rPr sz="27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55" dirty="0">
                <a:solidFill>
                  <a:srgbClr val="292929"/>
                </a:solidFill>
                <a:latin typeface="Arial MT"/>
                <a:cs typeface="Arial MT"/>
              </a:rPr>
              <a:t>on</a:t>
            </a:r>
            <a:r>
              <a:rPr sz="27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75" dirty="0">
                <a:solidFill>
                  <a:srgbClr val="292929"/>
                </a:solidFill>
                <a:latin typeface="Arial MT"/>
                <a:cs typeface="Arial MT"/>
              </a:rPr>
              <a:t>data </a:t>
            </a:r>
            <a:r>
              <a:rPr sz="2700" spc="185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7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292929"/>
                </a:solidFill>
                <a:latin typeface="Arial MT"/>
                <a:cs typeface="Arial MT"/>
              </a:rPr>
              <a:t>make</a:t>
            </a:r>
            <a:r>
              <a:rPr sz="2700" spc="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90" dirty="0">
                <a:solidFill>
                  <a:srgbClr val="292929"/>
                </a:solidFill>
                <a:latin typeface="Arial MT"/>
                <a:cs typeface="Arial MT"/>
              </a:rPr>
              <a:t>strategic</a:t>
            </a:r>
            <a:r>
              <a:rPr sz="27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292929"/>
                </a:solidFill>
                <a:latin typeface="Arial MT"/>
                <a:cs typeface="Arial MT"/>
              </a:rPr>
              <a:t>decisions.</a:t>
            </a:r>
            <a:endParaRPr sz="2700">
              <a:latin typeface="Arial MT"/>
              <a:cs typeface="Arial MT"/>
            </a:endParaRPr>
          </a:p>
          <a:p>
            <a:pPr marL="12700" marR="1200150">
              <a:lnSpc>
                <a:spcPct val="115700"/>
              </a:lnSpc>
            </a:pPr>
            <a:r>
              <a:rPr sz="2700" spc="105" dirty="0">
                <a:solidFill>
                  <a:srgbClr val="292929"/>
                </a:solidFill>
                <a:latin typeface="Arial MT"/>
                <a:cs typeface="Arial MT"/>
              </a:rPr>
              <a:t>Competitive</a:t>
            </a:r>
            <a:r>
              <a:rPr sz="2700" spc="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292929"/>
                </a:solidFill>
                <a:latin typeface="Arial MT"/>
                <a:cs typeface="Arial MT"/>
              </a:rPr>
              <a:t>Advantage:</a:t>
            </a:r>
            <a:r>
              <a:rPr sz="2700" spc="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292929"/>
                </a:solidFill>
                <a:latin typeface="Arial MT"/>
                <a:cs typeface="Arial MT"/>
              </a:rPr>
              <a:t>Analyzing</a:t>
            </a:r>
            <a:r>
              <a:rPr sz="2700" spc="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95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700" spc="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25" dirty="0">
                <a:solidFill>
                  <a:srgbClr val="292929"/>
                </a:solidFill>
                <a:latin typeface="Arial MT"/>
                <a:cs typeface="Arial MT"/>
              </a:rPr>
              <a:t>can </a:t>
            </a:r>
            <a:r>
              <a:rPr sz="2700" spc="90" dirty="0">
                <a:solidFill>
                  <a:srgbClr val="292929"/>
                </a:solidFill>
                <a:latin typeface="Arial MT"/>
                <a:cs typeface="Arial MT"/>
              </a:rPr>
              <a:t>provide</a:t>
            </a:r>
            <a:r>
              <a:rPr sz="27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292929"/>
                </a:solidFill>
                <a:latin typeface="Arial MT"/>
                <a:cs typeface="Arial MT"/>
              </a:rPr>
              <a:t>a</a:t>
            </a:r>
            <a:r>
              <a:rPr sz="27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120" dirty="0">
                <a:solidFill>
                  <a:srgbClr val="292929"/>
                </a:solidFill>
                <a:latin typeface="Arial MT"/>
                <a:cs typeface="Arial MT"/>
              </a:rPr>
              <a:t>competitive</a:t>
            </a:r>
            <a:r>
              <a:rPr sz="27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55" dirty="0">
                <a:solidFill>
                  <a:srgbClr val="292929"/>
                </a:solidFill>
                <a:latin typeface="Arial MT"/>
                <a:cs typeface="Arial MT"/>
              </a:rPr>
              <a:t>edge</a:t>
            </a:r>
            <a:r>
              <a:rPr sz="27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165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270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70" dirty="0">
                <a:solidFill>
                  <a:srgbClr val="292929"/>
                </a:solidFill>
                <a:latin typeface="Arial MT"/>
                <a:cs typeface="Arial MT"/>
              </a:rPr>
              <a:t>identifying </a:t>
            </a:r>
            <a:r>
              <a:rPr sz="2700" spc="100" dirty="0">
                <a:solidFill>
                  <a:srgbClr val="292929"/>
                </a:solidFill>
                <a:latin typeface="Arial MT"/>
                <a:cs typeface="Arial MT"/>
              </a:rPr>
              <a:t>opportunities</a:t>
            </a:r>
            <a:r>
              <a:rPr sz="27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5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7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40" dirty="0">
                <a:solidFill>
                  <a:srgbClr val="292929"/>
                </a:solidFill>
                <a:latin typeface="Arial MT"/>
                <a:cs typeface="Arial MT"/>
              </a:rPr>
              <a:t>threats.</a:t>
            </a:r>
            <a:endParaRPr sz="2700">
              <a:latin typeface="Arial MT"/>
              <a:cs typeface="Arial MT"/>
            </a:endParaRPr>
          </a:p>
          <a:p>
            <a:pPr marL="12700" marR="5080">
              <a:lnSpc>
                <a:spcPct val="115700"/>
              </a:lnSpc>
              <a:spcBef>
                <a:spcPts val="5"/>
              </a:spcBef>
            </a:pPr>
            <a:r>
              <a:rPr sz="2700" dirty="0">
                <a:solidFill>
                  <a:srgbClr val="292929"/>
                </a:solidFill>
                <a:latin typeface="Arial MT"/>
                <a:cs typeface="Arial MT"/>
              </a:rPr>
              <a:t>Problem</a:t>
            </a:r>
            <a:r>
              <a:rPr sz="2700" spc="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-25" dirty="0">
                <a:solidFill>
                  <a:srgbClr val="292929"/>
                </a:solidFill>
                <a:latin typeface="Arial MT"/>
                <a:cs typeface="Arial MT"/>
              </a:rPr>
              <a:t>Solving:</a:t>
            </a:r>
            <a:r>
              <a:rPr sz="2700" spc="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700" spc="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292929"/>
                </a:solidFill>
                <a:latin typeface="Arial MT"/>
                <a:cs typeface="Arial MT"/>
              </a:rPr>
              <a:t>analysis</a:t>
            </a:r>
            <a:r>
              <a:rPr sz="2700" spc="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292929"/>
                </a:solidFill>
                <a:latin typeface="Arial MT"/>
                <a:cs typeface="Arial MT"/>
              </a:rPr>
              <a:t>helps</a:t>
            </a:r>
            <a:r>
              <a:rPr sz="2700" spc="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292929"/>
                </a:solidFill>
                <a:latin typeface="Arial MT"/>
                <a:cs typeface="Arial MT"/>
              </a:rPr>
              <a:t>solve</a:t>
            </a:r>
            <a:r>
              <a:rPr sz="2700" spc="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75" dirty="0">
                <a:solidFill>
                  <a:srgbClr val="292929"/>
                </a:solidFill>
                <a:latin typeface="Arial MT"/>
                <a:cs typeface="Arial MT"/>
              </a:rPr>
              <a:t>complex </a:t>
            </a:r>
            <a:r>
              <a:rPr sz="2700" spc="85" dirty="0">
                <a:solidFill>
                  <a:srgbClr val="292929"/>
                </a:solidFill>
                <a:latin typeface="Arial MT"/>
                <a:cs typeface="Arial MT"/>
              </a:rPr>
              <a:t>problems</a:t>
            </a:r>
            <a:r>
              <a:rPr sz="27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5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7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80" dirty="0">
                <a:solidFill>
                  <a:srgbClr val="292929"/>
                </a:solidFill>
                <a:latin typeface="Arial MT"/>
                <a:cs typeface="Arial MT"/>
              </a:rPr>
              <a:t>optimize</a:t>
            </a:r>
            <a:r>
              <a:rPr sz="27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292929"/>
                </a:solidFill>
                <a:latin typeface="Arial MT"/>
                <a:cs typeface="Arial MT"/>
              </a:rPr>
              <a:t>processes.</a:t>
            </a:r>
            <a:endParaRPr sz="2700">
              <a:latin typeface="Arial MT"/>
              <a:cs typeface="Arial MT"/>
            </a:endParaRPr>
          </a:p>
          <a:p>
            <a:pPr marL="12700" marR="192405">
              <a:lnSpc>
                <a:spcPct val="115700"/>
              </a:lnSpc>
            </a:pPr>
            <a:r>
              <a:rPr sz="2700" dirty="0">
                <a:solidFill>
                  <a:srgbClr val="292929"/>
                </a:solidFill>
                <a:latin typeface="Arial MT"/>
                <a:cs typeface="Arial MT"/>
              </a:rPr>
              <a:t>Personalization:</a:t>
            </a:r>
            <a:r>
              <a:rPr sz="2700" spc="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292929"/>
                </a:solidFill>
                <a:latin typeface="Arial MT"/>
                <a:cs typeface="Arial MT"/>
              </a:rPr>
              <a:t>Enables</a:t>
            </a:r>
            <a:r>
              <a:rPr sz="2700" spc="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292929"/>
                </a:solidFill>
                <a:latin typeface="Arial MT"/>
                <a:cs typeface="Arial MT"/>
              </a:rPr>
              <a:t>personalized</a:t>
            </a:r>
            <a:r>
              <a:rPr sz="2700" spc="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40" dirty="0">
                <a:solidFill>
                  <a:srgbClr val="292929"/>
                </a:solidFill>
                <a:latin typeface="Arial MT"/>
                <a:cs typeface="Arial MT"/>
              </a:rPr>
              <a:t>experiences </a:t>
            </a:r>
            <a:r>
              <a:rPr sz="2700" spc="95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27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90" dirty="0">
                <a:solidFill>
                  <a:srgbClr val="292929"/>
                </a:solidFill>
                <a:latin typeface="Arial MT"/>
                <a:cs typeface="Arial MT"/>
              </a:rPr>
              <a:t>customers</a:t>
            </a:r>
            <a:r>
              <a:rPr sz="27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70" dirty="0">
                <a:solidFill>
                  <a:srgbClr val="292929"/>
                </a:solidFill>
                <a:latin typeface="Arial MT"/>
                <a:cs typeface="Arial MT"/>
              </a:rPr>
              <a:t>through</a:t>
            </a:r>
            <a:r>
              <a:rPr sz="27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60" dirty="0">
                <a:solidFill>
                  <a:srgbClr val="292929"/>
                </a:solidFill>
                <a:latin typeface="Arial MT"/>
                <a:cs typeface="Arial MT"/>
              </a:rPr>
              <a:t>understanding</a:t>
            </a:r>
            <a:r>
              <a:rPr sz="27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00" spc="75" dirty="0">
                <a:solidFill>
                  <a:srgbClr val="292929"/>
                </a:solidFill>
                <a:latin typeface="Arial MT"/>
                <a:cs typeface="Arial MT"/>
              </a:rPr>
              <a:t>their </a:t>
            </a:r>
            <a:r>
              <a:rPr sz="2700" spc="-10" dirty="0">
                <a:solidFill>
                  <a:srgbClr val="292929"/>
                </a:solidFill>
                <a:latin typeface="Arial MT"/>
                <a:cs typeface="Arial MT"/>
              </a:rPr>
              <a:t>behavior.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6000" y="954322"/>
            <a:ext cx="6908800" cy="2359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7650" spc="195" dirty="0">
                <a:solidFill>
                  <a:srgbClr val="292929"/>
                </a:solidFill>
              </a:rPr>
              <a:t>Data</a:t>
            </a:r>
            <a:r>
              <a:rPr sz="7650" spc="-295" dirty="0">
                <a:solidFill>
                  <a:srgbClr val="292929"/>
                </a:solidFill>
              </a:rPr>
              <a:t> </a:t>
            </a:r>
            <a:r>
              <a:rPr sz="7650" spc="65" dirty="0">
                <a:solidFill>
                  <a:srgbClr val="292929"/>
                </a:solidFill>
              </a:rPr>
              <a:t>Analytics </a:t>
            </a:r>
            <a:r>
              <a:rPr sz="7650" spc="-10" dirty="0">
                <a:solidFill>
                  <a:srgbClr val="292929"/>
                </a:solidFill>
              </a:rPr>
              <a:t>Process</a:t>
            </a:r>
            <a:endParaRPr sz="76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518" y="2917913"/>
            <a:ext cx="114879" cy="1148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518" y="3882897"/>
            <a:ext cx="114879" cy="11487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108620" y="1882413"/>
            <a:ext cx="5333365" cy="17735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600" b="1" spc="105" dirty="0">
                <a:solidFill>
                  <a:srgbClr val="292929"/>
                </a:solidFill>
                <a:latin typeface="Arial"/>
                <a:cs typeface="Arial"/>
              </a:rPr>
              <a:t>Data</a:t>
            </a:r>
            <a:r>
              <a:rPr sz="3600" b="1" spc="-1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292929"/>
                </a:solidFill>
                <a:latin typeface="Arial"/>
                <a:cs typeface="Arial"/>
              </a:rPr>
              <a:t>Collection</a:t>
            </a:r>
            <a:endParaRPr sz="3600">
              <a:latin typeface="Arial"/>
              <a:cs typeface="Arial"/>
            </a:endParaRPr>
          </a:p>
          <a:p>
            <a:pPr marL="611505" marR="5080">
              <a:lnSpc>
                <a:spcPct val="115100"/>
              </a:lnSpc>
              <a:spcBef>
                <a:spcPts val="1825"/>
              </a:spcBef>
            </a:pPr>
            <a:r>
              <a:rPr sz="2750" spc="55" dirty="0">
                <a:solidFill>
                  <a:srgbClr val="292929"/>
                </a:solidFill>
                <a:latin typeface="Arial MT"/>
                <a:cs typeface="Arial MT"/>
              </a:rPr>
              <a:t>Gathering</a:t>
            </a:r>
            <a:r>
              <a:rPr sz="275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65" dirty="0">
                <a:solidFill>
                  <a:srgbClr val="292929"/>
                </a:solidFill>
                <a:latin typeface="Arial MT"/>
                <a:cs typeface="Arial MT"/>
              </a:rPr>
              <a:t>relevant</a:t>
            </a:r>
            <a:r>
              <a:rPr sz="275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11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75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110" dirty="0">
                <a:solidFill>
                  <a:srgbClr val="292929"/>
                </a:solidFill>
                <a:latin typeface="Arial MT"/>
                <a:cs typeface="Arial MT"/>
              </a:rPr>
              <a:t>from </a:t>
            </a:r>
            <a:r>
              <a:rPr sz="2750" spc="45" dirty="0">
                <a:solidFill>
                  <a:srgbClr val="292929"/>
                </a:solidFill>
                <a:latin typeface="Arial MT"/>
                <a:cs typeface="Arial MT"/>
              </a:rPr>
              <a:t>various</a:t>
            </a:r>
            <a:r>
              <a:rPr sz="275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292929"/>
                </a:solidFill>
                <a:latin typeface="Arial MT"/>
                <a:cs typeface="Arial MT"/>
              </a:rPr>
              <a:t>sources.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08518" y="5341423"/>
            <a:ext cx="114879" cy="1148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518" y="6306408"/>
            <a:ext cx="114879" cy="1148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518" y="7764938"/>
            <a:ext cx="114879" cy="1148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518" y="8729922"/>
            <a:ext cx="114879" cy="11487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108620" y="3542387"/>
            <a:ext cx="7381240" cy="544322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611505">
              <a:lnSpc>
                <a:spcPct val="100000"/>
              </a:lnSpc>
              <a:spcBef>
                <a:spcPts val="1285"/>
              </a:spcBef>
            </a:pPr>
            <a:r>
              <a:rPr sz="2750" spc="105" dirty="0">
                <a:solidFill>
                  <a:srgbClr val="292929"/>
                </a:solidFill>
                <a:latin typeface="Arial MT"/>
                <a:cs typeface="Arial MT"/>
              </a:rPr>
              <a:t>Structured</a:t>
            </a:r>
            <a:r>
              <a:rPr sz="27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7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7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114" dirty="0">
                <a:solidFill>
                  <a:srgbClr val="292929"/>
                </a:solidFill>
                <a:latin typeface="Arial MT"/>
                <a:cs typeface="Arial MT"/>
              </a:rPr>
              <a:t>unstructured</a:t>
            </a:r>
            <a:r>
              <a:rPr sz="27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292929"/>
                </a:solidFill>
                <a:latin typeface="Arial MT"/>
                <a:cs typeface="Arial MT"/>
              </a:rPr>
              <a:t>data.</a:t>
            </a:r>
            <a:endParaRPr sz="2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3600" b="1" spc="105" dirty="0">
                <a:solidFill>
                  <a:srgbClr val="292929"/>
                </a:solidFill>
                <a:latin typeface="Arial"/>
                <a:cs typeface="Arial"/>
              </a:rPr>
              <a:t>Data</a:t>
            </a:r>
            <a:r>
              <a:rPr sz="3600" b="1" spc="-1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292929"/>
                </a:solidFill>
                <a:latin typeface="Arial"/>
                <a:cs typeface="Arial"/>
              </a:rPr>
              <a:t>Cleaning</a:t>
            </a:r>
            <a:r>
              <a:rPr sz="3600" b="1" spc="-1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3600" b="1" spc="70" dirty="0">
                <a:solidFill>
                  <a:srgbClr val="292929"/>
                </a:solidFill>
                <a:latin typeface="Arial"/>
                <a:cs typeface="Arial"/>
              </a:rPr>
              <a:t>and</a:t>
            </a:r>
            <a:r>
              <a:rPr sz="3600" b="1" spc="-1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292929"/>
                </a:solidFill>
                <a:latin typeface="Arial"/>
                <a:cs typeface="Arial"/>
              </a:rPr>
              <a:t>Preprocessing</a:t>
            </a:r>
            <a:endParaRPr sz="3600">
              <a:latin typeface="Arial"/>
              <a:cs typeface="Arial"/>
            </a:endParaRPr>
          </a:p>
          <a:p>
            <a:pPr marL="611505" marR="645795">
              <a:lnSpc>
                <a:spcPct val="115100"/>
              </a:lnSpc>
              <a:spcBef>
                <a:spcPts val="1825"/>
              </a:spcBef>
            </a:pPr>
            <a:r>
              <a:rPr sz="2750" dirty="0">
                <a:solidFill>
                  <a:srgbClr val="292929"/>
                </a:solidFill>
                <a:latin typeface="Arial MT"/>
                <a:cs typeface="Arial MT"/>
              </a:rPr>
              <a:t>Removing</a:t>
            </a:r>
            <a:r>
              <a:rPr sz="2750" spc="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292929"/>
                </a:solidFill>
                <a:latin typeface="Arial MT"/>
                <a:cs typeface="Arial MT"/>
              </a:rPr>
              <a:t>errors,</a:t>
            </a:r>
            <a:r>
              <a:rPr sz="2750" spc="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50" dirty="0">
                <a:solidFill>
                  <a:srgbClr val="292929"/>
                </a:solidFill>
                <a:latin typeface="Arial MT"/>
                <a:cs typeface="Arial MT"/>
              </a:rPr>
              <a:t>inconsistencies,</a:t>
            </a:r>
            <a:r>
              <a:rPr sz="2750" spc="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50" dirty="0">
                <a:solidFill>
                  <a:srgbClr val="292929"/>
                </a:solidFill>
                <a:latin typeface="Arial MT"/>
                <a:cs typeface="Arial MT"/>
              </a:rPr>
              <a:t>and </a:t>
            </a:r>
            <a:r>
              <a:rPr sz="2750" spc="60" dirty="0">
                <a:solidFill>
                  <a:srgbClr val="292929"/>
                </a:solidFill>
                <a:latin typeface="Arial MT"/>
                <a:cs typeface="Arial MT"/>
              </a:rPr>
              <a:t>duplicates.</a:t>
            </a:r>
            <a:endParaRPr sz="2750">
              <a:latin typeface="Arial MT"/>
              <a:cs typeface="Arial MT"/>
            </a:endParaRPr>
          </a:p>
          <a:p>
            <a:pPr marL="611505">
              <a:lnSpc>
                <a:spcPct val="100000"/>
              </a:lnSpc>
              <a:spcBef>
                <a:spcPts val="495"/>
              </a:spcBef>
            </a:pPr>
            <a:r>
              <a:rPr sz="2750" spc="45" dirty="0">
                <a:solidFill>
                  <a:srgbClr val="292929"/>
                </a:solidFill>
                <a:latin typeface="Arial MT"/>
                <a:cs typeface="Arial MT"/>
              </a:rPr>
              <a:t>Transforming</a:t>
            </a:r>
            <a:r>
              <a:rPr sz="2750" spc="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11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750" spc="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125" dirty="0">
                <a:solidFill>
                  <a:srgbClr val="292929"/>
                </a:solidFill>
                <a:latin typeface="Arial MT"/>
                <a:cs typeface="Arial MT"/>
              </a:rPr>
              <a:t>into</a:t>
            </a:r>
            <a:r>
              <a:rPr sz="2750" spc="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292929"/>
                </a:solidFill>
                <a:latin typeface="Arial MT"/>
                <a:cs typeface="Arial MT"/>
              </a:rPr>
              <a:t>a</a:t>
            </a:r>
            <a:r>
              <a:rPr sz="2750" spc="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292929"/>
                </a:solidFill>
                <a:latin typeface="Arial MT"/>
                <a:cs typeface="Arial MT"/>
              </a:rPr>
              <a:t>usable</a:t>
            </a:r>
            <a:r>
              <a:rPr sz="2750" spc="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65" dirty="0">
                <a:solidFill>
                  <a:srgbClr val="292929"/>
                </a:solidFill>
                <a:latin typeface="Arial MT"/>
                <a:cs typeface="Arial MT"/>
              </a:rPr>
              <a:t>format.</a:t>
            </a:r>
            <a:endParaRPr sz="2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3600" b="1" spc="105" dirty="0">
                <a:solidFill>
                  <a:srgbClr val="292929"/>
                </a:solidFill>
                <a:latin typeface="Arial"/>
                <a:cs typeface="Arial"/>
              </a:rPr>
              <a:t>Data</a:t>
            </a:r>
            <a:r>
              <a:rPr sz="3600" b="1" spc="-1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292929"/>
                </a:solidFill>
                <a:latin typeface="Arial"/>
                <a:cs typeface="Arial"/>
              </a:rPr>
              <a:t>Exploration</a:t>
            </a:r>
            <a:endParaRPr sz="3600">
              <a:latin typeface="Arial"/>
              <a:cs typeface="Arial"/>
            </a:endParaRPr>
          </a:p>
          <a:p>
            <a:pPr marL="611505" marR="953135">
              <a:lnSpc>
                <a:spcPct val="115100"/>
              </a:lnSpc>
              <a:spcBef>
                <a:spcPts val="1825"/>
              </a:spcBef>
            </a:pPr>
            <a:r>
              <a:rPr sz="2750" dirty="0">
                <a:solidFill>
                  <a:srgbClr val="292929"/>
                </a:solidFill>
                <a:latin typeface="Arial MT"/>
                <a:cs typeface="Arial MT"/>
              </a:rPr>
              <a:t>Visualizing</a:t>
            </a:r>
            <a:r>
              <a:rPr sz="2750" spc="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7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750" spc="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292929"/>
                </a:solidFill>
                <a:latin typeface="Arial MT"/>
                <a:cs typeface="Arial MT"/>
              </a:rPr>
              <a:t>summarizing</a:t>
            </a:r>
            <a:r>
              <a:rPr sz="2750" spc="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11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750" spc="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175" dirty="0">
                <a:solidFill>
                  <a:srgbClr val="292929"/>
                </a:solidFill>
                <a:latin typeface="Arial MT"/>
                <a:cs typeface="Arial MT"/>
              </a:rPr>
              <a:t>to </a:t>
            </a:r>
            <a:r>
              <a:rPr sz="2750" spc="95" dirty="0">
                <a:solidFill>
                  <a:srgbClr val="292929"/>
                </a:solidFill>
                <a:latin typeface="Arial MT"/>
                <a:cs typeface="Arial MT"/>
              </a:rPr>
              <a:t>understand</a:t>
            </a:r>
            <a:r>
              <a:rPr sz="275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110" dirty="0">
                <a:solidFill>
                  <a:srgbClr val="292929"/>
                </a:solidFill>
                <a:latin typeface="Arial MT"/>
                <a:cs typeface="Arial MT"/>
              </a:rPr>
              <a:t>its</a:t>
            </a:r>
            <a:r>
              <a:rPr sz="275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65" dirty="0">
                <a:solidFill>
                  <a:srgbClr val="292929"/>
                </a:solidFill>
                <a:latin typeface="Arial MT"/>
                <a:cs typeface="Arial MT"/>
              </a:rPr>
              <a:t>characteristics.</a:t>
            </a:r>
            <a:endParaRPr sz="2750">
              <a:latin typeface="Arial MT"/>
              <a:cs typeface="Arial MT"/>
            </a:endParaRPr>
          </a:p>
          <a:p>
            <a:pPr marL="611505">
              <a:lnSpc>
                <a:spcPct val="100000"/>
              </a:lnSpc>
              <a:spcBef>
                <a:spcPts val="495"/>
              </a:spcBef>
            </a:pPr>
            <a:r>
              <a:rPr sz="2750" spc="85" dirty="0">
                <a:solidFill>
                  <a:srgbClr val="292929"/>
                </a:solidFill>
                <a:latin typeface="Arial MT"/>
                <a:cs typeface="Arial MT"/>
              </a:rPr>
              <a:t>Identifying</a:t>
            </a:r>
            <a:r>
              <a:rPr sz="275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75" dirty="0">
                <a:solidFill>
                  <a:srgbClr val="292929"/>
                </a:solidFill>
                <a:latin typeface="Arial MT"/>
                <a:cs typeface="Arial MT"/>
              </a:rPr>
              <a:t>outliers</a:t>
            </a:r>
            <a:r>
              <a:rPr sz="275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7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75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750" spc="55" dirty="0">
                <a:solidFill>
                  <a:srgbClr val="292929"/>
                </a:solidFill>
                <a:latin typeface="Arial MT"/>
                <a:cs typeface="Arial MT"/>
              </a:rPr>
              <a:t>trends.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5897" y="4858953"/>
            <a:ext cx="114879" cy="11487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5897" y="5823937"/>
            <a:ext cx="114879" cy="11487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5897" y="7282470"/>
            <a:ext cx="114879" cy="11487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5897" y="8247454"/>
            <a:ext cx="114879" cy="11487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05" dirty="0"/>
              <a:t>Data</a:t>
            </a:r>
            <a:r>
              <a:rPr spc="-140" dirty="0"/>
              <a:t> </a:t>
            </a:r>
            <a:r>
              <a:rPr spc="-10" dirty="0"/>
              <a:t>Modeling</a:t>
            </a:r>
          </a:p>
          <a:p>
            <a:pPr marL="611505" marR="546735">
              <a:lnSpc>
                <a:spcPct val="115100"/>
              </a:lnSpc>
              <a:spcBef>
                <a:spcPts val="1825"/>
              </a:spcBef>
            </a:pPr>
            <a:r>
              <a:rPr sz="2750" b="0" spc="60" dirty="0">
                <a:latin typeface="Arial MT"/>
                <a:cs typeface="Arial MT"/>
              </a:rPr>
              <a:t>Creating</a:t>
            </a:r>
            <a:r>
              <a:rPr sz="2750" b="0" spc="-15" dirty="0">
                <a:latin typeface="Arial MT"/>
                <a:cs typeface="Arial MT"/>
              </a:rPr>
              <a:t> </a:t>
            </a:r>
            <a:r>
              <a:rPr sz="2750" b="0" spc="95" dirty="0">
                <a:latin typeface="Arial MT"/>
                <a:cs typeface="Arial MT"/>
              </a:rPr>
              <a:t>statistical</a:t>
            </a:r>
            <a:r>
              <a:rPr sz="2750" b="0" spc="-10" dirty="0">
                <a:latin typeface="Arial MT"/>
                <a:cs typeface="Arial MT"/>
              </a:rPr>
              <a:t> </a:t>
            </a:r>
            <a:r>
              <a:rPr sz="2750" b="0" spc="75" dirty="0">
                <a:latin typeface="Arial MT"/>
                <a:cs typeface="Arial MT"/>
              </a:rPr>
              <a:t>and</a:t>
            </a:r>
            <a:r>
              <a:rPr sz="2750" b="0" spc="-15" dirty="0">
                <a:latin typeface="Arial MT"/>
                <a:cs typeface="Arial MT"/>
              </a:rPr>
              <a:t> </a:t>
            </a:r>
            <a:r>
              <a:rPr sz="2750" b="0" spc="75" dirty="0">
                <a:latin typeface="Arial MT"/>
                <a:cs typeface="Arial MT"/>
              </a:rPr>
              <a:t>machine</a:t>
            </a:r>
            <a:r>
              <a:rPr sz="2750" b="0" spc="-10" dirty="0">
                <a:latin typeface="Arial MT"/>
                <a:cs typeface="Arial MT"/>
              </a:rPr>
              <a:t> learning </a:t>
            </a:r>
            <a:r>
              <a:rPr sz="2750" b="0" spc="85" dirty="0">
                <a:latin typeface="Arial MT"/>
                <a:cs typeface="Arial MT"/>
              </a:rPr>
              <a:t>models</a:t>
            </a:r>
            <a:r>
              <a:rPr sz="2750" b="0" spc="40" dirty="0">
                <a:latin typeface="Arial MT"/>
                <a:cs typeface="Arial MT"/>
              </a:rPr>
              <a:t> </a:t>
            </a:r>
            <a:r>
              <a:rPr sz="2750" b="0" spc="200" dirty="0">
                <a:latin typeface="Arial MT"/>
                <a:cs typeface="Arial MT"/>
              </a:rPr>
              <a:t>to</a:t>
            </a:r>
            <a:r>
              <a:rPr sz="2750" b="0" spc="45" dirty="0">
                <a:latin typeface="Arial MT"/>
                <a:cs typeface="Arial MT"/>
              </a:rPr>
              <a:t> </a:t>
            </a:r>
            <a:r>
              <a:rPr sz="2750" b="0" dirty="0">
                <a:latin typeface="Arial MT"/>
                <a:cs typeface="Arial MT"/>
              </a:rPr>
              <a:t>make</a:t>
            </a:r>
            <a:r>
              <a:rPr sz="2750" b="0" spc="40" dirty="0">
                <a:latin typeface="Arial MT"/>
                <a:cs typeface="Arial MT"/>
              </a:rPr>
              <a:t> </a:t>
            </a:r>
            <a:r>
              <a:rPr sz="2750" b="0" spc="75" dirty="0">
                <a:latin typeface="Arial MT"/>
                <a:cs typeface="Arial MT"/>
              </a:rPr>
              <a:t>predictions.</a:t>
            </a:r>
            <a:endParaRPr sz="2750">
              <a:latin typeface="Arial MT"/>
              <a:cs typeface="Arial MT"/>
            </a:endParaRPr>
          </a:p>
          <a:p>
            <a:pPr marL="611505">
              <a:lnSpc>
                <a:spcPct val="100000"/>
              </a:lnSpc>
              <a:spcBef>
                <a:spcPts val="500"/>
              </a:spcBef>
            </a:pPr>
            <a:r>
              <a:rPr sz="2750" b="0" dirty="0">
                <a:latin typeface="Arial MT"/>
                <a:cs typeface="Arial MT"/>
              </a:rPr>
              <a:t>Training</a:t>
            </a:r>
            <a:r>
              <a:rPr sz="2750" b="0" spc="-5" dirty="0">
                <a:latin typeface="Arial MT"/>
                <a:cs typeface="Arial MT"/>
              </a:rPr>
              <a:t> </a:t>
            </a:r>
            <a:r>
              <a:rPr sz="2750" b="0" spc="75" dirty="0">
                <a:latin typeface="Arial MT"/>
                <a:cs typeface="Arial MT"/>
              </a:rPr>
              <a:t>and</a:t>
            </a:r>
            <a:r>
              <a:rPr sz="2750" b="0" dirty="0">
                <a:latin typeface="Arial MT"/>
                <a:cs typeface="Arial MT"/>
              </a:rPr>
              <a:t> </a:t>
            </a:r>
            <a:r>
              <a:rPr sz="2750" b="0" spc="105" dirty="0">
                <a:latin typeface="Arial MT"/>
                <a:cs typeface="Arial MT"/>
              </a:rPr>
              <a:t>testing</a:t>
            </a:r>
            <a:r>
              <a:rPr sz="2750" b="0" spc="-5" dirty="0">
                <a:latin typeface="Arial MT"/>
                <a:cs typeface="Arial MT"/>
              </a:rPr>
              <a:t> </a:t>
            </a:r>
            <a:r>
              <a:rPr sz="2750" b="0" spc="85" dirty="0">
                <a:latin typeface="Arial MT"/>
                <a:cs typeface="Arial MT"/>
              </a:rPr>
              <a:t>models</a:t>
            </a:r>
            <a:r>
              <a:rPr sz="2750" b="0" dirty="0">
                <a:latin typeface="Arial MT"/>
                <a:cs typeface="Arial MT"/>
              </a:rPr>
              <a:t> </a:t>
            </a:r>
            <a:r>
              <a:rPr sz="2750" b="0" spc="114" dirty="0">
                <a:latin typeface="Arial MT"/>
                <a:cs typeface="Arial MT"/>
              </a:rPr>
              <a:t>for</a:t>
            </a:r>
            <a:r>
              <a:rPr sz="2750" b="0" spc="-5" dirty="0">
                <a:latin typeface="Arial MT"/>
                <a:cs typeface="Arial MT"/>
              </a:rPr>
              <a:t> </a:t>
            </a:r>
            <a:r>
              <a:rPr sz="2750" b="0" spc="50" dirty="0">
                <a:latin typeface="Arial MT"/>
                <a:cs typeface="Arial MT"/>
              </a:rPr>
              <a:t>accuracy.</a:t>
            </a:r>
            <a:endParaRPr sz="2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pc="95" dirty="0"/>
              <a:t>Interpretation</a:t>
            </a:r>
            <a:r>
              <a:rPr spc="-120" dirty="0"/>
              <a:t> </a:t>
            </a:r>
            <a:r>
              <a:rPr spc="70" dirty="0"/>
              <a:t>and</a:t>
            </a:r>
            <a:r>
              <a:rPr spc="-110" dirty="0"/>
              <a:t> </a:t>
            </a:r>
            <a:r>
              <a:rPr spc="45" dirty="0"/>
              <a:t>Communication</a:t>
            </a:r>
          </a:p>
          <a:p>
            <a:pPr marL="611505" marR="1252855">
              <a:lnSpc>
                <a:spcPct val="115100"/>
              </a:lnSpc>
              <a:spcBef>
                <a:spcPts val="1825"/>
              </a:spcBef>
            </a:pPr>
            <a:r>
              <a:rPr sz="2750" b="0" dirty="0">
                <a:latin typeface="Arial MT"/>
                <a:cs typeface="Arial MT"/>
              </a:rPr>
              <a:t>Analyzing</a:t>
            </a:r>
            <a:r>
              <a:rPr sz="2750" b="0" spc="10" dirty="0">
                <a:latin typeface="Arial MT"/>
                <a:cs typeface="Arial MT"/>
              </a:rPr>
              <a:t> </a:t>
            </a:r>
            <a:r>
              <a:rPr sz="2750" b="0" spc="105" dirty="0">
                <a:latin typeface="Arial MT"/>
                <a:cs typeface="Arial MT"/>
              </a:rPr>
              <a:t>model</a:t>
            </a:r>
            <a:r>
              <a:rPr sz="2750" b="0" spc="15" dirty="0">
                <a:latin typeface="Arial MT"/>
                <a:cs typeface="Arial MT"/>
              </a:rPr>
              <a:t> </a:t>
            </a:r>
            <a:r>
              <a:rPr sz="2750" b="0" spc="65" dirty="0">
                <a:latin typeface="Arial MT"/>
                <a:cs typeface="Arial MT"/>
              </a:rPr>
              <a:t>results</a:t>
            </a:r>
            <a:r>
              <a:rPr sz="2750" b="0" spc="10" dirty="0">
                <a:latin typeface="Arial MT"/>
                <a:cs typeface="Arial MT"/>
              </a:rPr>
              <a:t> </a:t>
            </a:r>
            <a:r>
              <a:rPr sz="2750" b="0" spc="75" dirty="0">
                <a:latin typeface="Arial MT"/>
                <a:cs typeface="Arial MT"/>
              </a:rPr>
              <a:t>and</a:t>
            </a:r>
            <a:r>
              <a:rPr sz="2750" b="0" spc="15" dirty="0">
                <a:latin typeface="Arial MT"/>
                <a:cs typeface="Arial MT"/>
              </a:rPr>
              <a:t> </a:t>
            </a:r>
            <a:r>
              <a:rPr sz="2750" b="0" spc="50" dirty="0">
                <a:latin typeface="Arial MT"/>
                <a:cs typeface="Arial MT"/>
              </a:rPr>
              <a:t>drawing meaningful</a:t>
            </a:r>
            <a:r>
              <a:rPr sz="2750" b="0" spc="15" dirty="0">
                <a:latin typeface="Arial MT"/>
                <a:cs typeface="Arial MT"/>
              </a:rPr>
              <a:t> </a:t>
            </a:r>
            <a:r>
              <a:rPr sz="2750" b="0" spc="-10" dirty="0">
                <a:latin typeface="Arial MT"/>
                <a:cs typeface="Arial MT"/>
              </a:rPr>
              <a:t>insights.</a:t>
            </a:r>
            <a:endParaRPr sz="2750">
              <a:latin typeface="Arial MT"/>
              <a:cs typeface="Arial MT"/>
            </a:endParaRPr>
          </a:p>
          <a:p>
            <a:pPr marL="611505" marR="596900">
              <a:lnSpc>
                <a:spcPct val="115100"/>
              </a:lnSpc>
            </a:pPr>
            <a:r>
              <a:rPr sz="2750" b="0" spc="85" dirty="0">
                <a:latin typeface="Arial MT"/>
                <a:cs typeface="Arial MT"/>
              </a:rPr>
              <a:t>Communicating</a:t>
            </a:r>
            <a:r>
              <a:rPr sz="2750" b="0" dirty="0">
                <a:latin typeface="Arial MT"/>
                <a:cs typeface="Arial MT"/>
              </a:rPr>
              <a:t> </a:t>
            </a:r>
            <a:r>
              <a:rPr sz="2750" b="0" spc="65" dirty="0">
                <a:latin typeface="Arial MT"/>
                <a:cs typeface="Arial MT"/>
              </a:rPr>
              <a:t>findings</a:t>
            </a:r>
            <a:r>
              <a:rPr sz="2750" b="0" spc="5" dirty="0">
                <a:latin typeface="Arial MT"/>
                <a:cs typeface="Arial MT"/>
              </a:rPr>
              <a:t> </a:t>
            </a:r>
            <a:r>
              <a:rPr sz="2750" b="0" spc="200" dirty="0">
                <a:latin typeface="Arial MT"/>
                <a:cs typeface="Arial MT"/>
              </a:rPr>
              <a:t>to</a:t>
            </a:r>
            <a:r>
              <a:rPr sz="2750" b="0" spc="5" dirty="0">
                <a:latin typeface="Arial MT"/>
                <a:cs typeface="Arial MT"/>
              </a:rPr>
              <a:t> </a:t>
            </a:r>
            <a:r>
              <a:rPr sz="2750" b="0" spc="55" dirty="0">
                <a:latin typeface="Arial MT"/>
                <a:cs typeface="Arial MT"/>
              </a:rPr>
              <a:t>stakeholders </a:t>
            </a:r>
            <a:r>
              <a:rPr sz="2750" b="0" spc="90" dirty="0">
                <a:latin typeface="Arial MT"/>
                <a:cs typeface="Arial MT"/>
              </a:rPr>
              <a:t>through</a:t>
            </a:r>
            <a:r>
              <a:rPr sz="2750" b="0" spc="-15" dirty="0">
                <a:latin typeface="Arial MT"/>
                <a:cs typeface="Arial MT"/>
              </a:rPr>
              <a:t> </a:t>
            </a:r>
            <a:r>
              <a:rPr sz="2750" b="0" spc="114" dirty="0">
                <a:latin typeface="Arial MT"/>
                <a:cs typeface="Arial MT"/>
              </a:rPr>
              <a:t>reports</a:t>
            </a:r>
            <a:r>
              <a:rPr sz="2750" b="0" spc="-10" dirty="0">
                <a:latin typeface="Arial MT"/>
                <a:cs typeface="Arial MT"/>
              </a:rPr>
              <a:t> </a:t>
            </a:r>
            <a:r>
              <a:rPr sz="2750" b="0" spc="75" dirty="0">
                <a:latin typeface="Arial MT"/>
                <a:cs typeface="Arial MT"/>
              </a:rPr>
              <a:t>and</a:t>
            </a:r>
            <a:r>
              <a:rPr sz="2750" b="0" spc="-15" dirty="0">
                <a:latin typeface="Arial MT"/>
                <a:cs typeface="Arial MT"/>
              </a:rPr>
              <a:t> </a:t>
            </a:r>
            <a:r>
              <a:rPr sz="2750" b="0" spc="-10" dirty="0">
                <a:latin typeface="Arial MT"/>
                <a:cs typeface="Arial MT"/>
              </a:rPr>
              <a:t>visualizations.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D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3058" y="3443258"/>
            <a:ext cx="142875" cy="1428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3058" y="4529108"/>
            <a:ext cx="142875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3058" y="6157883"/>
            <a:ext cx="142875" cy="142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63058" y="7243733"/>
            <a:ext cx="142875" cy="1428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3058" y="8872508"/>
            <a:ext cx="142875" cy="1428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48485" y="2618704"/>
            <a:ext cx="15302230" cy="654050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68300" indent="-340995">
              <a:lnSpc>
                <a:spcPct val="100000"/>
              </a:lnSpc>
              <a:spcBef>
                <a:spcPts val="655"/>
              </a:spcBef>
              <a:buFont typeface="Arial MT"/>
              <a:buAutoNum type="arabicPeriod"/>
              <a:tabLst>
                <a:tab pos="368300" algn="l"/>
              </a:tabLst>
            </a:pPr>
            <a:r>
              <a:rPr sz="3100" b="1" spc="-80" dirty="0">
                <a:solidFill>
                  <a:srgbClr val="292929"/>
                </a:solidFill>
                <a:latin typeface="Arial"/>
                <a:cs typeface="Arial"/>
              </a:rPr>
              <a:t>Business </a:t>
            </a:r>
            <a:r>
              <a:rPr sz="3100" b="1" spc="-10" dirty="0">
                <a:solidFill>
                  <a:srgbClr val="292929"/>
                </a:solidFill>
                <a:latin typeface="Arial"/>
                <a:cs typeface="Arial"/>
              </a:rPr>
              <a:t>Intelligence</a:t>
            </a:r>
            <a:r>
              <a:rPr sz="3100" spc="-10" dirty="0">
                <a:solidFill>
                  <a:srgbClr val="292929"/>
                </a:solidFill>
                <a:latin typeface="Arial MT"/>
                <a:cs typeface="Arial MT"/>
              </a:rPr>
              <a:t>:</a:t>
            </a:r>
            <a:endParaRPr sz="3100">
              <a:latin typeface="Arial MT"/>
              <a:cs typeface="Arial MT"/>
            </a:endParaRPr>
          </a:p>
          <a:p>
            <a:pPr marL="1038225">
              <a:lnSpc>
                <a:spcPct val="100000"/>
              </a:lnSpc>
              <a:spcBef>
                <a:spcPts val="555"/>
              </a:spcBef>
            </a:pPr>
            <a:r>
              <a:rPr sz="3100" spc="65" dirty="0">
                <a:solidFill>
                  <a:srgbClr val="292929"/>
                </a:solidFill>
                <a:latin typeface="Arial MT"/>
                <a:cs typeface="Arial MT"/>
              </a:rPr>
              <a:t>Market</a:t>
            </a:r>
            <a:r>
              <a:rPr sz="31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-10" dirty="0">
                <a:solidFill>
                  <a:srgbClr val="292929"/>
                </a:solidFill>
                <a:latin typeface="Arial MT"/>
                <a:cs typeface="Arial MT"/>
              </a:rPr>
              <a:t>analysis,</a:t>
            </a:r>
            <a:r>
              <a:rPr sz="31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114" dirty="0">
                <a:solidFill>
                  <a:srgbClr val="292929"/>
                </a:solidFill>
                <a:latin typeface="Arial MT"/>
                <a:cs typeface="Arial MT"/>
              </a:rPr>
              <a:t>customer</a:t>
            </a:r>
            <a:r>
              <a:rPr sz="31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50" dirty="0">
                <a:solidFill>
                  <a:srgbClr val="292929"/>
                </a:solidFill>
                <a:latin typeface="Arial MT"/>
                <a:cs typeface="Arial MT"/>
              </a:rPr>
              <a:t>segmentation,</a:t>
            </a:r>
            <a:r>
              <a:rPr sz="31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5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31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292929"/>
                </a:solidFill>
                <a:latin typeface="Arial MT"/>
                <a:cs typeface="Arial MT"/>
              </a:rPr>
              <a:t>sales</a:t>
            </a:r>
            <a:r>
              <a:rPr sz="31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40" dirty="0">
                <a:solidFill>
                  <a:srgbClr val="292929"/>
                </a:solidFill>
                <a:latin typeface="Arial MT"/>
                <a:cs typeface="Arial MT"/>
              </a:rPr>
              <a:t>forecasting.</a:t>
            </a:r>
            <a:endParaRPr sz="3100">
              <a:latin typeface="Arial MT"/>
              <a:cs typeface="Arial MT"/>
            </a:endParaRPr>
          </a:p>
          <a:p>
            <a:pPr marL="368300" indent="-341630">
              <a:lnSpc>
                <a:spcPct val="100000"/>
              </a:lnSpc>
              <a:spcBef>
                <a:spcPts val="555"/>
              </a:spcBef>
              <a:buFont typeface="Arial MT"/>
              <a:buAutoNum type="arabicPeriod" startAt="2"/>
              <a:tabLst>
                <a:tab pos="368300" algn="l"/>
              </a:tabLst>
            </a:pPr>
            <a:r>
              <a:rPr sz="3100" b="1" spc="-10" dirty="0">
                <a:solidFill>
                  <a:srgbClr val="292929"/>
                </a:solidFill>
                <a:latin typeface="Arial"/>
                <a:cs typeface="Arial"/>
              </a:rPr>
              <a:t>Healthcare</a:t>
            </a:r>
            <a:r>
              <a:rPr sz="3100" spc="-10" dirty="0">
                <a:solidFill>
                  <a:srgbClr val="292929"/>
                </a:solidFill>
                <a:latin typeface="Arial MT"/>
                <a:cs typeface="Arial MT"/>
              </a:rPr>
              <a:t>:</a:t>
            </a:r>
            <a:endParaRPr sz="3100">
              <a:latin typeface="Arial MT"/>
              <a:cs typeface="Arial MT"/>
            </a:endParaRPr>
          </a:p>
          <a:p>
            <a:pPr marL="1038225" marR="5080">
              <a:lnSpc>
                <a:spcPct val="114900"/>
              </a:lnSpc>
            </a:pPr>
            <a:r>
              <a:rPr sz="3100" spc="75" dirty="0">
                <a:solidFill>
                  <a:srgbClr val="292929"/>
                </a:solidFill>
                <a:latin typeface="Arial MT"/>
                <a:cs typeface="Arial MT"/>
              </a:rPr>
              <a:t>Predictive</a:t>
            </a:r>
            <a:r>
              <a:rPr sz="3100" spc="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70" dirty="0">
                <a:solidFill>
                  <a:srgbClr val="292929"/>
                </a:solidFill>
                <a:latin typeface="Arial MT"/>
                <a:cs typeface="Arial MT"/>
              </a:rPr>
              <a:t>modeling</a:t>
            </a:r>
            <a:r>
              <a:rPr sz="3100" spc="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114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3100" spc="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292929"/>
                </a:solidFill>
                <a:latin typeface="Arial MT"/>
                <a:cs typeface="Arial MT"/>
              </a:rPr>
              <a:t>disease</a:t>
            </a:r>
            <a:r>
              <a:rPr sz="3100" spc="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292929"/>
                </a:solidFill>
                <a:latin typeface="Arial MT"/>
                <a:cs typeface="Arial MT"/>
              </a:rPr>
              <a:t>outbreaks,</a:t>
            </a:r>
            <a:r>
              <a:rPr sz="3100" spc="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130" dirty="0">
                <a:solidFill>
                  <a:srgbClr val="292929"/>
                </a:solidFill>
                <a:latin typeface="Arial MT"/>
                <a:cs typeface="Arial MT"/>
              </a:rPr>
              <a:t>patient</a:t>
            </a:r>
            <a:r>
              <a:rPr sz="3100" spc="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292929"/>
                </a:solidFill>
                <a:latin typeface="Arial MT"/>
                <a:cs typeface="Arial MT"/>
              </a:rPr>
              <a:t>diagnosis,</a:t>
            </a:r>
            <a:r>
              <a:rPr sz="3100" spc="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5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3100" spc="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-10" dirty="0">
                <a:solidFill>
                  <a:srgbClr val="292929"/>
                </a:solidFill>
                <a:latin typeface="Arial MT"/>
                <a:cs typeface="Arial MT"/>
              </a:rPr>
              <a:t>personalized </a:t>
            </a:r>
            <a:r>
              <a:rPr sz="3100" spc="90" dirty="0">
                <a:solidFill>
                  <a:srgbClr val="292929"/>
                </a:solidFill>
                <a:latin typeface="Arial MT"/>
                <a:cs typeface="Arial MT"/>
              </a:rPr>
              <a:t>treatment.</a:t>
            </a:r>
            <a:endParaRPr sz="3100">
              <a:latin typeface="Arial MT"/>
              <a:cs typeface="Arial MT"/>
            </a:endParaRPr>
          </a:p>
          <a:p>
            <a:pPr marL="367665" indent="-346075">
              <a:lnSpc>
                <a:spcPct val="100000"/>
              </a:lnSpc>
              <a:spcBef>
                <a:spcPts val="555"/>
              </a:spcBef>
              <a:buFont typeface="Arial MT"/>
              <a:buAutoNum type="arabicPeriod" startAt="3"/>
              <a:tabLst>
                <a:tab pos="367665" algn="l"/>
              </a:tabLst>
            </a:pPr>
            <a:r>
              <a:rPr sz="3100" b="1" spc="-10" dirty="0">
                <a:solidFill>
                  <a:srgbClr val="292929"/>
                </a:solidFill>
                <a:latin typeface="Arial"/>
                <a:cs typeface="Arial"/>
              </a:rPr>
              <a:t>Finance:</a:t>
            </a:r>
            <a:endParaRPr sz="3100">
              <a:latin typeface="Arial"/>
              <a:cs typeface="Arial"/>
            </a:endParaRPr>
          </a:p>
          <a:p>
            <a:pPr marL="1038225">
              <a:lnSpc>
                <a:spcPct val="100000"/>
              </a:lnSpc>
              <a:spcBef>
                <a:spcPts val="555"/>
              </a:spcBef>
            </a:pPr>
            <a:r>
              <a:rPr sz="3100" spc="-65" dirty="0">
                <a:solidFill>
                  <a:srgbClr val="292929"/>
                </a:solidFill>
                <a:latin typeface="Arial MT"/>
                <a:cs typeface="Arial MT"/>
              </a:rPr>
              <a:t>Risk</a:t>
            </a:r>
            <a:r>
              <a:rPr sz="31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292929"/>
                </a:solidFill>
                <a:latin typeface="Arial MT"/>
                <a:cs typeface="Arial MT"/>
              </a:rPr>
              <a:t>assessment,</a:t>
            </a:r>
            <a:r>
              <a:rPr sz="310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85" dirty="0">
                <a:solidFill>
                  <a:srgbClr val="292929"/>
                </a:solidFill>
                <a:latin typeface="Arial MT"/>
                <a:cs typeface="Arial MT"/>
              </a:rPr>
              <a:t>fraud</a:t>
            </a:r>
            <a:r>
              <a:rPr sz="310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95" dirty="0">
                <a:solidFill>
                  <a:srgbClr val="292929"/>
                </a:solidFill>
                <a:latin typeface="Arial MT"/>
                <a:cs typeface="Arial MT"/>
              </a:rPr>
              <a:t>detection,</a:t>
            </a:r>
            <a:r>
              <a:rPr sz="31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5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310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85" dirty="0">
                <a:solidFill>
                  <a:srgbClr val="292929"/>
                </a:solidFill>
                <a:latin typeface="Arial MT"/>
                <a:cs typeface="Arial MT"/>
              </a:rPr>
              <a:t>algorithmic</a:t>
            </a:r>
            <a:r>
              <a:rPr sz="3100" spc="-10" dirty="0">
                <a:solidFill>
                  <a:srgbClr val="292929"/>
                </a:solidFill>
                <a:latin typeface="Arial MT"/>
                <a:cs typeface="Arial MT"/>
              </a:rPr>
              <a:t> trading.</a:t>
            </a:r>
            <a:endParaRPr sz="3100">
              <a:latin typeface="Arial MT"/>
              <a:cs typeface="Arial MT"/>
            </a:endParaRPr>
          </a:p>
          <a:p>
            <a:pPr marL="368300" indent="-353060">
              <a:lnSpc>
                <a:spcPct val="100000"/>
              </a:lnSpc>
              <a:spcBef>
                <a:spcPts val="555"/>
              </a:spcBef>
              <a:buFont typeface="Arial MT"/>
              <a:buAutoNum type="arabicPeriod" startAt="4"/>
              <a:tabLst>
                <a:tab pos="368300" algn="l"/>
              </a:tabLst>
            </a:pPr>
            <a:r>
              <a:rPr sz="3100" b="1" spc="-10" dirty="0">
                <a:solidFill>
                  <a:srgbClr val="292929"/>
                </a:solidFill>
                <a:latin typeface="Arial"/>
                <a:cs typeface="Arial"/>
              </a:rPr>
              <a:t>Marketing:</a:t>
            </a:r>
            <a:endParaRPr sz="3100">
              <a:latin typeface="Arial"/>
              <a:cs typeface="Arial"/>
            </a:endParaRPr>
          </a:p>
          <a:p>
            <a:pPr marL="1038225" marR="1878964">
              <a:lnSpc>
                <a:spcPct val="114900"/>
              </a:lnSpc>
            </a:pPr>
            <a:r>
              <a:rPr sz="3100" dirty="0">
                <a:solidFill>
                  <a:srgbClr val="292929"/>
                </a:solidFill>
                <a:latin typeface="Arial MT"/>
                <a:cs typeface="Arial MT"/>
              </a:rPr>
              <a:t>Campaign</a:t>
            </a:r>
            <a:r>
              <a:rPr sz="31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55" dirty="0">
                <a:solidFill>
                  <a:srgbClr val="292929"/>
                </a:solidFill>
                <a:latin typeface="Arial MT"/>
                <a:cs typeface="Arial MT"/>
              </a:rPr>
              <a:t>effectiveness,</a:t>
            </a:r>
            <a:r>
              <a:rPr sz="31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110" dirty="0">
                <a:solidFill>
                  <a:srgbClr val="292929"/>
                </a:solidFill>
                <a:latin typeface="Arial MT"/>
                <a:cs typeface="Arial MT"/>
              </a:rPr>
              <a:t>sentiment</a:t>
            </a:r>
            <a:r>
              <a:rPr sz="31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-10" dirty="0">
                <a:solidFill>
                  <a:srgbClr val="292929"/>
                </a:solidFill>
                <a:latin typeface="Arial MT"/>
                <a:cs typeface="Arial MT"/>
              </a:rPr>
              <a:t>analysis,</a:t>
            </a:r>
            <a:r>
              <a:rPr sz="3100" spc="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5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31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114" dirty="0">
                <a:solidFill>
                  <a:srgbClr val="292929"/>
                </a:solidFill>
                <a:latin typeface="Arial MT"/>
                <a:cs typeface="Arial MT"/>
              </a:rPr>
              <a:t>customer</a:t>
            </a:r>
            <a:r>
              <a:rPr sz="31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50" dirty="0">
                <a:solidFill>
                  <a:srgbClr val="292929"/>
                </a:solidFill>
                <a:latin typeface="Arial MT"/>
                <a:cs typeface="Arial MT"/>
              </a:rPr>
              <a:t>behavior </a:t>
            </a:r>
            <a:r>
              <a:rPr sz="3100" spc="80" dirty="0">
                <a:solidFill>
                  <a:srgbClr val="292929"/>
                </a:solidFill>
                <a:latin typeface="Arial MT"/>
                <a:cs typeface="Arial MT"/>
              </a:rPr>
              <a:t>prediction.</a:t>
            </a:r>
            <a:endParaRPr sz="3100">
              <a:latin typeface="Arial MT"/>
              <a:cs typeface="Arial MT"/>
            </a:endParaRPr>
          </a:p>
          <a:p>
            <a:pPr marL="368300" indent="-355600">
              <a:lnSpc>
                <a:spcPct val="100000"/>
              </a:lnSpc>
              <a:spcBef>
                <a:spcPts val="555"/>
              </a:spcBef>
              <a:buFont typeface="Arial MT"/>
              <a:buAutoNum type="arabicPeriod" startAt="5"/>
              <a:tabLst>
                <a:tab pos="368300" algn="l"/>
              </a:tabLst>
            </a:pPr>
            <a:r>
              <a:rPr sz="3100" b="1" spc="-25" dirty="0">
                <a:solidFill>
                  <a:srgbClr val="292929"/>
                </a:solidFill>
                <a:latin typeface="Arial"/>
                <a:cs typeface="Arial"/>
              </a:rPr>
              <a:t>Social</a:t>
            </a:r>
            <a:r>
              <a:rPr sz="3100" b="1" spc="-17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3100" b="1" spc="-10" dirty="0">
                <a:solidFill>
                  <a:srgbClr val="292929"/>
                </a:solidFill>
                <a:latin typeface="Arial"/>
                <a:cs typeface="Arial"/>
              </a:rPr>
              <a:t>Sciences:</a:t>
            </a:r>
            <a:endParaRPr sz="3100">
              <a:latin typeface="Arial"/>
              <a:cs typeface="Arial"/>
            </a:endParaRPr>
          </a:p>
          <a:p>
            <a:pPr marL="1038225">
              <a:lnSpc>
                <a:spcPct val="100000"/>
              </a:lnSpc>
              <a:spcBef>
                <a:spcPts val="555"/>
              </a:spcBef>
            </a:pPr>
            <a:r>
              <a:rPr sz="3100" spc="60" dirty="0">
                <a:solidFill>
                  <a:srgbClr val="292929"/>
                </a:solidFill>
                <a:latin typeface="Arial MT"/>
                <a:cs typeface="Arial MT"/>
              </a:rPr>
              <a:t>Studying </a:t>
            </a:r>
            <a:r>
              <a:rPr sz="3100" dirty="0">
                <a:solidFill>
                  <a:srgbClr val="292929"/>
                </a:solidFill>
                <a:latin typeface="Arial MT"/>
                <a:cs typeface="Arial MT"/>
              </a:rPr>
              <a:t>human</a:t>
            </a:r>
            <a:r>
              <a:rPr sz="3100" spc="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292929"/>
                </a:solidFill>
                <a:latin typeface="Arial MT"/>
                <a:cs typeface="Arial MT"/>
              </a:rPr>
              <a:t>behavior,</a:t>
            </a:r>
            <a:r>
              <a:rPr sz="3100" spc="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292929"/>
                </a:solidFill>
                <a:latin typeface="Arial MT"/>
                <a:cs typeface="Arial MT"/>
              </a:rPr>
              <a:t>social</a:t>
            </a:r>
            <a:r>
              <a:rPr sz="3100" spc="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50" dirty="0">
                <a:solidFill>
                  <a:srgbClr val="292929"/>
                </a:solidFill>
                <a:latin typeface="Arial MT"/>
                <a:cs typeface="Arial MT"/>
              </a:rPr>
              <a:t>trends,</a:t>
            </a:r>
            <a:r>
              <a:rPr sz="3100" spc="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5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3100" spc="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114" dirty="0">
                <a:solidFill>
                  <a:srgbClr val="292929"/>
                </a:solidFill>
                <a:latin typeface="Arial MT"/>
                <a:cs typeface="Arial MT"/>
              </a:rPr>
              <a:t>public</a:t>
            </a:r>
            <a:r>
              <a:rPr sz="3100" spc="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100" spc="-10" dirty="0">
                <a:solidFill>
                  <a:srgbClr val="292929"/>
                </a:solidFill>
                <a:latin typeface="Arial MT"/>
                <a:cs typeface="Arial MT"/>
              </a:rPr>
              <a:t>opinion.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173187" y="6172199"/>
            <a:ext cx="4114800" cy="4115435"/>
          </a:xfrm>
          <a:custGeom>
            <a:avLst/>
            <a:gdLst/>
            <a:ahLst/>
            <a:cxnLst/>
            <a:rect l="l" t="t" r="r" b="b"/>
            <a:pathLst>
              <a:path w="4114800" h="4115434">
                <a:moveTo>
                  <a:pt x="1299883" y="1821243"/>
                </a:moveTo>
                <a:lnTo>
                  <a:pt x="1123911" y="1821243"/>
                </a:lnTo>
                <a:lnTo>
                  <a:pt x="1123911" y="3658451"/>
                </a:lnTo>
                <a:lnTo>
                  <a:pt x="1299883" y="3658451"/>
                </a:lnTo>
                <a:lnTo>
                  <a:pt x="1299883" y="1821243"/>
                </a:lnTo>
                <a:close/>
              </a:path>
              <a:path w="4114800" h="4115434">
                <a:moveTo>
                  <a:pt x="2550299" y="1102461"/>
                </a:moveTo>
                <a:lnTo>
                  <a:pt x="2374328" y="1102461"/>
                </a:lnTo>
                <a:lnTo>
                  <a:pt x="2374328" y="3658451"/>
                </a:lnTo>
                <a:lnTo>
                  <a:pt x="2550299" y="3658451"/>
                </a:lnTo>
                <a:lnTo>
                  <a:pt x="2550299" y="1102461"/>
                </a:lnTo>
                <a:close/>
              </a:path>
              <a:path w="4114800" h="4115434">
                <a:moveTo>
                  <a:pt x="4114800" y="3658882"/>
                </a:moveTo>
                <a:lnTo>
                  <a:pt x="3939705" y="3658882"/>
                </a:lnTo>
                <a:lnTo>
                  <a:pt x="3939705" y="3834142"/>
                </a:lnTo>
                <a:lnTo>
                  <a:pt x="3939705" y="3939552"/>
                </a:lnTo>
                <a:lnTo>
                  <a:pt x="175107" y="3939552"/>
                </a:lnTo>
                <a:lnTo>
                  <a:pt x="175107" y="3834142"/>
                </a:lnTo>
                <a:lnTo>
                  <a:pt x="3939705" y="3834142"/>
                </a:lnTo>
                <a:lnTo>
                  <a:pt x="3939705" y="3658882"/>
                </a:lnTo>
                <a:lnTo>
                  <a:pt x="2990900" y="3658882"/>
                </a:lnTo>
                <a:lnTo>
                  <a:pt x="2990900" y="175260"/>
                </a:lnTo>
                <a:lnTo>
                  <a:pt x="3625621" y="175260"/>
                </a:lnTo>
                <a:lnTo>
                  <a:pt x="3625621" y="3658451"/>
                </a:lnTo>
                <a:lnTo>
                  <a:pt x="3800729" y="3658451"/>
                </a:lnTo>
                <a:lnTo>
                  <a:pt x="3800729" y="175260"/>
                </a:lnTo>
                <a:lnTo>
                  <a:pt x="3800729" y="175107"/>
                </a:lnTo>
                <a:lnTo>
                  <a:pt x="3800729" y="0"/>
                </a:lnTo>
                <a:lnTo>
                  <a:pt x="2815793" y="0"/>
                </a:lnTo>
                <a:lnTo>
                  <a:pt x="2815793" y="175260"/>
                </a:lnTo>
                <a:lnTo>
                  <a:pt x="2815793" y="3658882"/>
                </a:lnTo>
                <a:lnTo>
                  <a:pt x="1739607" y="3658882"/>
                </a:lnTo>
                <a:lnTo>
                  <a:pt x="1739607" y="1102372"/>
                </a:lnTo>
                <a:lnTo>
                  <a:pt x="2550299" y="1102372"/>
                </a:lnTo>
                <a:lnTo>
                  <a:pt x="2550299" y="927100"/>
                </a:lnTo>
                <a:lnTo>
                  <a:pt x="1565376" y="927100"/>
                </a:lnTo>
                <a:lnTo>
                  <a:pt x="1565376" y="1102372"/>
                </a:lnTo>
                <a:lnTo>
                  <a:pt x="1565376" y="3658882"/>
                </a:lnTo>
                <a:lnTo>
                  <a:pt x="489191" y="3658882"/>
                </a:lnTo>
                <a:lnTo>
                  <a:pt x="489191" y="1821192"/>
                </a:lnTo>
                <a:lnTo>
                  <a:pt x="1299883" y="1821192"/>
                </a:lnTo>
                <a:lnTo>
                  <a:pt x="1299883" y="1645932"/>
                </a:lnTo>
                <a:lnTo>
                  <a:pt x="314960" y="1645932"/>
                </a:lnTo>
                <a:lnTo>
                  <a:pt x="314960" y="1821192"/>
                </a:lnTo>
                <a:lnTo>
                  <a:pt x="314960" y="3658882"/>
                </a:lnTo>
                <a:lnTo>
                  <a:pt x="0" y="3658882"/>
                </a:lnTo>
                <a:lnTo>
                  <a:pt x="0" y="3834142"/>
                </a:lnTo>
                <a:lnTo>
                  <a:pt x="0" y="3939552"/>
                </a:lnTo>
                <a:lnTo>
                  <a:pt x="0" y="4114812"/>
                </a:lnTo>
                <a:lnTo>
                  <a:pt x="4114800" y="4114812"/>
                </a:lnTo>
                <a:lnTo>
                  <a:pt x="4114800" y="3939705"/>
                </a:lnTo>
                <a:lnTo>
                  <a:pt x="4114800" y="3939552"/>
                </a:lnTo>
                <a:lnTo>
                  <a:pt x="4114800" y="3834142"/>
                </a:lnTo>
                <a:lnTo>
                  <a:pt x="4114800" y="3833558"/>
                </a:lnTo>
                <a:lnTo>
                  <a:pt x="4114800" y="36588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55892" y="943038"/>
            <a:ext cx="1491361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65" dirty="0">
                <a:solidFill>
                  <a:srgbClr val="292929"/>
                </a:solidFill>
              </a:rPr>
              <a:t>Applications</a:t>
            </a:r>
            <a:r>
              <a:rPr sz="8000" spc="-315" dirty="0">
                <a:solidFill>
                  <a:srgbClr val="292929"/>
                </a:solidFill>
              </a:rPr>
              <a:t> </a:t>
            </a:r>
            <a:r>
              <a:rPr sz="8000" spc="65" dirty="0">
                <a:solidFill>
                  <a:srgbClr val="292929"/>
                </a:solidFill>
              </a:rPr>
              <a:t>of</a:t>
            </a:r>
            <a:r>
              <a:rPr sz="8000" spc="-310" dirty="0">
                <a:solidFill>
                  <a:srgbClr val="292929"/>
                </a:solidFill>
              </a:rPr>
              <a:t> </a:t>
            </a:r>
            <a:r>
              <a:rPr sz="8000" spc="204" dirty="0">
                <a:solidFill>
                  <a:srgbClr val="292929"/>
                </a:solidFill>
              </a:rPr>
              <a:t>Data</a:t>
            </a:r>
            <a:r>
              <a:rPr sz="8000" spc="-310" dirty="0">
                <a:solidFill>
                  <a:srgbClr val="292929"/>
                </a:solidFill>
              </a:rPr>
              <a:t> </a:t>
            </a:r>
            <a:r>
              <a:rPr sz="8000" spc="65" dirty="0">
                <a:solidFill>
                  <a:srgbClr val="292929"/>
                </a:solidFill>
              </a:rPr>
              <a:t>Analytics</a:t>
            </a:r>
            <a:endParaRPr sz="8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9224" y="4251820"/>
            <a:ext cx="142875" cy="1428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9224" y="5451970"/>
            <a:ext cx="142875" cy="1428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9224" y="6652120"/>
            <a:ext cx="142875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9224" y="7252195"/>
            <a:ext cx="142875" cy="1428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50020" y="3934949"/>
            <a:ext cx="10347960" cy="4225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30">
              <a:lnSpc>
                <a:spcPct val="115799"/>
              </a:lnSpc>
              <a:spcBef>
                <a:spcPts val="100"/>
              </a:spcBef>
            </a:pPr>
            <a:r>
              <a:rPr sz="340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3400" spc="2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292929"/>
                </a:solidFill>
                <a:latin typeface="Arial MT"/>
                <a:cs typeface="Arial MT"/>
              </a:rPr>
              <a:t>Privacy:</a:t>
            </a:r>
            <a:r>
              <a:rPr sz="3400" spc="2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292929"/>
                </a:solidFill>
                <a:latin typeface="Arial MT"/>
                <a:cs typeface="Arial MT"/>
              </a:rPr>
              <a:t>Ensuring</a:t>
            </a:r>
            <a:r>
              <a:rPr sz="3400" spc="2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spc="105" dirty="0">
                <a:solidFill>
                  <a:srgbClr val="292929"/>
                </a:solidFill>
                <a:latin typeface="Arial MT"/>
                <a:cs typeface="Arial MT"/>
              </a:rPr>
              <a:t>compliance</a:t>
            </a:r>
            <a:r>
              <a:rPr sz="3400" spc="2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spc="140" dirty="0">
                <a:solidFill>
                  <a:srgbClr val="292929"/>
                </a:solidFill>
                <a:latin typeface="Arial MT"/>
                <a:cs typeface="Arial MT"/>
              </a:rPr>
              <a:t>with</a:t>
            </a:r>
            <a:r>
              <a:rPr sz="3400" spc="2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spc="50" dirty="0">
                <a:solidFill>
                  <a:srgbClr val="292929"/>
                </a:solidFill>
                <a:latin typeface="Arial MT"/>
                <a:cs typeface="Arial MT"/>
              </a:rPr>
              <a:t>regulations </a:t>
            </a:r>
            <a:r>
              <a:rPr sz="3400" dirty="0">
                <a:solidFill>
                  <a:srgbClr val="292929"/>
                </a:solidFill>
                <a:latin typeface="Arial MT"/>
                <a:cs typeface="Arial MT"/>
              </a:rPr>
              <a:t>like</a:t>
            </a:r>
            <a:r>
              <a:rPr sz="3400" spc="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spc="-50" dirty="0">
                <a:solidFill>
                  <a:srgbClr val="292929"/>
                </a:solidFill>
                <a:latin typeface="Arial MT"/>
                <a:cs typeface="Arial MT"/>
              </a:rPr>
              <a:t>GDPR.</a:t>
            </a:r>
            <a:endParaRPr sz="3400">
              <a:latin typeface="Arial MT"/>
              <a:cs typeface="Arial MT"/>
            </a:endParaRPr>
          </a:p>
          <a:p>
            <a:pPr marL="12700" marR="8890">
              <a:lnSpc>
                <a:spcPct val="115799"/>
              </a:lnSpc>
            </a:pPr>
            <a:r>
              <a:rPr sz="340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3400" spc="7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292929"/>
                </a:solidFill>
                <a:latin typeface="Arial MT"/>
                <a:cs typeface="Arial MT"/>
              </a:rPr>
              <a:t>Quality:</a:t>
            </a:r>
            <a:r>
              <a:rPr sz="3400" spc="7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292929"/>
                </a:solidFill>
                <a:latin typeface="Arial MT"/>
                <a:cs typeface="Arial MT"/>
              </a:rPr>
              <a:t>Dealing</a:t>
            </a:r>
            <a:r>
              <a:rPr sz="3400" spc="7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spc="140" dirty="0">
                <a:solidFill>
                  <a:srgbClr val="292929"/>
                </a:solidFill>
                <a:latin typeface="Arial MT"/>
                <a:cs typeface="Arial MT"/>
              </a:rPr>
              <a:t>with</a:t>
            </a:r>
            <a:r>
              <a:rPr sz="3400" spc="7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spc="85" dirty="0">
                <a:solidFill>
                  <a:srgbClr val="292929"/>
                </a:solidFill>
                <a:latin typeface="Arial MT"/>
                <a:cs typeface="Arial MT"/>
              </a:rPr>
              <a:t>incomplete,</a:t>
            </a:r>
            <a:r>
              <a:rPr sz="3400" spc="7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spc="45" dirty="0">
                <a:solidFill>
                  <a:srgbClr val="292929"/>
                </a:solidFill>
                <a:latin typeface="Arial MT"/>
                <a:cs typeface="Arial MT"/>
              </a:rPr>
              <a:t>inaccurate, </a:t>
            </a:r>
            <a:r>
              <a:rPr sz="3400" spc="95" dirty="0">
                <a:solidFill>
                  <a:srgbClr val="292929"/>
                </a:solidFill>
                <a:latin typeface="Arial MT"/>
                <a:cs typeface="Arial MT"/>
              </a:rPr>
              <a:t>or</a:t>
            </a:r>
            <a:r>
              <a:rPr sz="34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spc="110" dirty="0">
                <a:solidFill>
                  <a:srgbClr val="292929"/>
                </a:solidFill>
                <a:latin typeface="Arial MT"/>
                <a:cs typeface="Arial MT"/>
              </a:rPr>
              <a:t>inconsistent</a:t>
            </a:r>
            <a:r>
              <a:rPr sz="34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292929"/>
                </a:solidFill>
                <a:latin typeface="Arial MT"/>
                <a:cs typeface="Arial MT"/>
              </a:rPr>
              <a:t>data.</a:t>
            </a:r>
            <a:endParaRPr sz="3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3400" dirty="0">
                <a:solidFill>
                  <a:srgbClr val="292929"/>
                </a:solidFill>
                <a:latin typeface="Arial MT"/>
                <a:cs typeface="Arial MT"/>
              </a:rPr>
              <a:t>Scalability:</a:t>
            </a:r>
            <a:r>
              <a:rPr sz="3400" spc="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292929"/>
                </a:solidFill>
                <a:latin typeface="Arial MT"/>
                <a:cs typeface="Arial MT"/>
              </a:rPr>
              <a:t>Analyzing</a:t>
            </a:r>
            <a:r>
              <a:rPr sz="3400" spc="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292929"/>
                </a:solidFill>
                <a:latin typeface="Arial MT"/>
                <a:cs typeface="Arial MT"/>
              </a:rPr>
              <a:t>large</a:t>
            </a:r>
            <a:r>
              <a:rPr sz="3400" spc="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spc="105" dirty="0">
                <a:solidFill>
                  <a:srgbClr val="292929"/>
                </a:solidFill>
                <a:latin typeface="Arial MT"/>
                <a:cs typeface="Arial MT"/>
              </a:rPr>
              <a:t>datasets</a:t>
            </a:r>
            <a:r>
              <a:rPr sz="3400" spc="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spc="75" dirty="0">
                <a:solidFill>
                  <a:srgbClr val="292929"/>
                </a:solidFill>
                <a:latin typeface="Arial MT"/>
                <a:cs typeface="Arial MT"/>
              </a:rPr>
              <a:t>efficiently.</a:t>
            </a:r>
            <a:endParaRPr sz="3400">
              <a:latin typeface="Arial MT"/>
              <a:cs typeface="Arial MT"/>
            </a:endParaRPr>
          </a:p>
          <a:p>
            <a:pPr marL="12700" marR="5080">
              <a:lnSpc>
                <a:spcPct val="115799"/>
              </a:lnSpc>
            </a:pPr>
            <a:r>
              <a:rPr sz="3400" dirty="0">
                <a:solidFill>
                  <a:srgbClr val="292929"/>
                </a:solidFill>
                <a:latin typeface="Arial MT"/>
                <a:cs typeface="Arial MT"/>
              </a:rPr>
              <a:t>Skill</a:t>
            </a:r>
            <a:r>
              <a:rPr sz="3400" spc="7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292929"/>
                </a:solidFill>
                <a:latin typeface="Arial MT"/>
                <a:cs typeface="Arial MT"/>
              </a:rPr>
              <a:t>Gap:</a:t>
            </a:r>
            <a:r>
              <a:rPr sz="3400" spc="7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3400" spc="7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spc="90" dirty="0">
                <a:solidFill>
                  <a:srgbClr val="292929"/>
                </a:solidFill>
                <a:latin typeface="Arial MT"/>
                <a:cs typeface="Arial MT"/>
              </a:rPr>
              <a:t>need</a:t>
            </a:r>
            <a:r>
              <a:rPr sz="3400" spc="7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spc="125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3400" spc="7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spc="45" dirty="0">
                <a:solidFill>
                  <a:srgbClr val="292929"/>
                </a:solidFill>
                <a:latin typeface="Arial MT"/>
                <a:cs typeface="Arial MT"/>
              </a:rPr>
              <a:t>skilled</a:t>
            </a:r>
            <a:r>
              <a:rPr sz="3400" spc="7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spc="114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3400" spc="7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spc="55" dirty="0">
                <a:solidFill>
                  <a:srgbClr val="292929"/>
                </a:solidFill>
                <a:latin typeface="Arial MT"/>
                <a:cs typeface="Arial MT"/>
              </a:rPr>
              <a:t>analysts</a:t>
            </a:r>
            <a:r>
              <a:rPr sz="3400" spc="7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spc="50" dirty="0">
                <a:solidFill>
                  <a:srgbClr val="292929"/>
                </a:solidFill>
                <a:latin typeface="Arial MT"/>
                <a:cs typeface="Arial MT"/>
              </a:rPr>
              <a:t>and </a:t>
            </a:r>
            <a:r>
              <a:rPr sz="3400" spc="114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340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400" spc="65" dirty="0">
                <a:solidFill>
                  <a:srgbClr val="292929"/>
                </a:solidFill>
                <a:latin typeface="Arial MT"/>
                <a:cs typeface="Arial MT"/>
              </a:rPr>
              <a:t>scientists.</a:t>
            </a:r>
            <a:endParaRPr sz="3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05211" y="3214901"/>
            <a:ext cx="5149589" cy="5143500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458983" y="936657"/>
            <a:ext cx="7131684" cy="2616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500" dirty="0">
                <a:solidFill>
                  <a:srgbClr val="292929"/>
                </a:solidFill>
              </a:rPr>
              <a:t>Challenges</a:t>
            </a:r>
            <a:r>
              <a:rPr sz="8500" spc="-535" dirty="0">
                <a:solidFill>
                  <a:srgbClr val="292929"/>
                </a:solidFill>
              </a:rPr>
              <a:t> </a:t>
            </a:r>
            <a:r>
              <a:rPr sz="8500" spc="-25" dirty="0">
                <a:solidFill>
                  <a:srgbClr val="292929"/>
                </a:solidFill>
              </a:rPr>
              <a:t>in </a:t>
            </a:r>
            <a:r>
              <a:rPr sz="8500" spc="220" dirty="0">
                <a:solidFill>
                  <a:srgbClr val="292929"/>
                </a:solidFill>
              </a:rPr>
              <a:t>Data</a:t>
            </a:r>
            <a:r>
              <a:rPr sz="8500" spc="-340" dirty="0">
                <a:solidFill>
                  <a:srgbClr val="292929"/>
                </a:solidFill>
              </a:rPr>
              <a:t> </a:t>
            </a:r>
            <a:r>
              <a:rPr sz="8500" spc="-50" dirty="0">
                <a:solidFill>
                  <a:srgbClr val="292929"/>
                </a:solidFill>
              </a:rPr>
              <a:t>Analysis</a:t>
            </a:r>
            <a:endParaRPr sz="8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030" y="2301761"/>
            <a:ext cx="7482134" cy="5715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0936" rIns="0" bIns="0" rtlCol="0">
            <a:spAutoFit/>
          </a:bodyPr>
          <a:lstStyle/>
          <a:p>
            <a:pPr marL="8067040">
              <a:lnSpc>
                <a:spcPct val="100000"/>
              </a:lnSpc>
              <a:spcBef>
                <a:spcPts val="100"/>
              </a:spcBef>
            </a:pPr>
            <a:r>
              <a:rPr spc="80" dirty="0">
                <a:solidFill>
                  <a:srgbClr val="292929"/>
                </a:solidFill>
              </a:rPr>
              <a:t>Future</a:t>
            </a:r>
            <a:r>
              <a:rPr spc="-335" dirty="0">
                <a:solidFill>
                  <a:srgbClr val="292929"/>
                </a:solidFill>
              </a:rPr>
              <a:t> </a:t>
            </a:r>
            <a:r>
              <a:rPr spc="-10" dirty="0">
                <a:solidFill>
                  <a:srgbClr val="292929"/>
                </a:solidFill>
              </a:rPr>
              <a:t>Trends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2624" y="4113576"/>
            <a:ext cx="152399" cy="1523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30059" y="3766225"/>
            <a:ext cx="7317105" cy="3968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599"/>
              </a:lnSpc>
              <a:spcBef>
                <a:spcPts val="95"/>
              </a:spcBef>
            </a:pPr>
            <a:r>
              <a:rPr sz="3700" spc="100" dirty="0">
                <a:solidFill>
                  <a:srgbClr val="292929"/>
                </a:solidFill>
                <a:latin typeface="Arial MT"/>
                <a:cs typeface="Arial MT"/>
              </a:rPr>
              <a:t>Artificial</a:t>
            </a:r>
            <a:r>
              <a:rPr sz="37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700" spc="55" dirty="0">
                <a:solidFill>
                  <a:srgbClr val="292929"/>
                </a:solidFill>
                <a:latin typeface="Arial MT"/>
                <a:cs typeface="Arial MT"/>
              </a:rPr>
              <a:t>Intelligence</a:t>
            </a:r>
            <a:r>
              <a:rPr sz="37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700" spc="7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37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700" spc="40" dirty="0">
                <a:solidFill>
                  <a:srgbClr val="292929"/>
                </a:solidFill>
                <a:latin typeface="Arial MT"/>
                <a:cs typeface="Arial MT"/>
              </a:rPr>
              <a:t>Machine </a:t>
            </a:r>
            <a:r>
              <a:rPr sz="3700" dirty="0">
                <a:solidFill>
                  <a:srgbClr val="292929"/>
                </a:solidFill>
                <a:latin typeface="Arial MT"/>
                <a:cs typeface="Arial MT"/>
              </a:rPr>
              <a:t>Learning</a:t>
            </a:r>
            <a:r>
              <a:rPr sz="370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700" spc="35" dirty="0">
                <a:solidFill>
                  <a:srgbClr val="292929"/>
                </a:solidFill>
                <a:latin typeface="Arial MT"/>
                <a:cs typeface="Arial MT"/>
              </a:rPr>
              <a:t>Integration.</a:t>
            </a:r>
            <a:endParaRPr sz="3700">
              <a:latin typeface="Arial MT"/>
              <a:cs typeface="Arial MT"/>
            </a:endParaRPr>
          </a:p>
          <a:p>
            <a:pPr marL="12700" marR="492125">
              <a:lnSpc>
                <a:spcPts val="5180"/>
              </a:lnSpc>
              <a:spcBef>
                <a:spcPts val="295"/>
              </a:spcBef>
            </a:pPr>
            <a:r>
              <a:rPr sz="3700" dirty="0">
                <a:solidFill>
                  <a:srgbClr val="292929"/>
                </a:solidFill>
                <a:latin typeface="Arial MT"/>
                <a:cs typeface="Arial MT"/>
              </a:rPr>
              <a:t>Real-</a:t>
            </a:r>
            <a:r>
              <a:rPr sz="3700" spc="175" dirty="0">
                <a:solidFill>
                  <a:srgbClr val="292929"/>
                </a:solidFill>
                <a:latin typeface="Arial MT"/>
                <a:cs typeface="Arial MT"/>
              </a:rPr>
              <a:t>time</a:t>
            </a:r>
            <a:r>
              <a:rPr sz="3700" spc="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700" spc="125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3700" spc="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700" dirty="0">
                <a:solidFill>
                  <a:srgbClr val="292929"/>
                </a:solidFill>
                <a:latin typeface="Arial MT"/>
                <a:cs typeface="Arial MT"/>
              </a:rPr>
              <a:t>analysis</a:t>
            </a:r>
            <a:r>
              <a:rPr sz="3700" spc="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700" spc="7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3700" spc="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700" spc="-30" dirty="0">
                <a:solidFill>
                  <a:srgbClr val="292929"/>
                </a:solidFill>
                <a:latin typeface="Arial MT"/>
                <a:cs typeface="Arial MT"/>
              </a:rPr>
              <a:t>IoT </a:t>
            </a:r>
            <a:r>
              <a:rPr sz="3700" spc="60" dirty="0">
                <a:solidFill>
                  <a:srgbClr val="292929"/>
                </a:solidFill>
                <a:latin typeface="Arial MT"/>
                <a:cs typeface="Arial MT"/>
              </a:rPr>
              <a:t>applications.</a:t>
            </a:r>
            <a:endParaRPr sz="3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3700" dirty="0">
                <a:solidFill>
                  <a:srgbClr val="292929"/>
                </a:solidFill>
                <a:latin typeface="Arial MT"/>
                <a:cs typeface="Arial MT"/>
              </a:rPr>
              <a:t>Ethical</a:t>
            </a:r>
            <a:r>
              <a:rPr sz="3700" spc="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700" spc="95" dirty="0">
                <a:solidFill>
                  <a:srgbClr val="292929"/>
                </a:solidFill>
                <a:latin typeface="Arial MT"/>
                <a:cs typeface="Arial MT"/>
              </a:rPr>
              <a:t>considerations</a:t>
            </a:r>
            <a:r>
              <a:rPr sz="3700" spc="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7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3700" spc="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700" spc="105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endParaRPr sz="3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3700" spc="-10" dirty="0">
                <a:solidFill>
                  <a:srgbClr val="292929"/>
                </a:solidFill>
                <a:latin typeface="Arial MT"/>
                <a:cs typeface="Arial MT"/>
              </a:rPr>
              <a:t>analysis.</a:t>
            </a:r>
            <a:endParaRPr sz="37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72624" y="5428026"/>
            <a:ext cx="152399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2624" y="6742476"/>
            <a:ext cx="152399" cy="1523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919" y="1028700"/>
            <a:ext cx="7458074" cy="82295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902" rIns="0" bIns="0" rtlCol="0">
            <a:spAutoFit/>
          </a:bodyPr>
          <a:lstStyle/>
          <a:p>
            <a:pPr marL="802894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292929"/>
                </a:solidFill>
              </a:rPr>
              <a:t>Conclusion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77374" y="4139707"/>
            <a:ext cx="123824" cy="1238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7310">
              <a:lnSpc>
                <a:spcPct val="114599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20" dirty="0"/>
              <a:t> </a:t>
            </a:r>
            <a:r>
              <a:rPr dirty="0"/>
              <a:t>analysis</a:t>
            </a:r>
            <a:r>
              <a:rPr spc="20" dirty="0"/>
              <a:t> </a:t>
            </a:r>
            <a:r>
              <a:rPr spc="65" dirty="0"/>
              <a:t>and</a:t>
            </a:r>
            <a:r>
              <a:rPr spc="20" dirty="0"/>
              <a:t> </a:t>
            </a:r>
            <a:r>
              <a:rPr spc="70" dirty="0"/>
              <a:t>analytics</a:t>
            </a:r>
            <a:r>
              <a:rPr spc="20" dirty="0"/>
              <a:t> </a:t>
            </a:r>
            <a:r>
              <a:rPr spc="95" dirty="0"/>
              <a:t>empower</a:t>
            </a:r>
            <a:r>
              <a:rPr spc="20" dirty="0"/>
              <a:t> </a:t>
            </a:r>
            <a:r>
              <a:rPr dirty="0"/>
              <a:t>us</a:t>
            </a:r>
            <a:r>
              <a:rPr spc="20" dirty="0"/>
              <a:t> </a:t>
            </a:r>
            <a:r>
              <a:rPr spc="180" dirty="0"/>
              <a:t>to </a:t>
            </a:r>
            <a:r>
              <a:rPr dirty="0"/>
              <a:t>make</a:t>
            </a:r>
            <a:r>
              <a:rPr spc="65" dirty="0"/>
              <a:t> </a:t>
            </a:r>
            <a:r>
              <a:rPr spc="100" dirty="0"/>
              <a:t>informed</a:t>
            </a:r>
            <a:r>
              <a:rPr spc="65" dirty="0"/>
              <a:t> </a:t>
            </a:r>
            <a:r>
              <a:rPr spc="75" dirty="0"/>
              <a:t>decisions</a:t>
            </a:r>
            <a:r>
              <a:rPr spc="70" dirty="0"/>
              <a:t> </a:t>
            </a:r>
            <a:r>
              <a:rPr dirty="0"/>
              <a:t>in</a:t>
            </a:r>
            <a:r>
              <a:rPr spc="65" dirty="0"/>
              <a:t> </a:t>
            </a:r>
            <a:r>
              <a:rPr dirty="0"/>
              <a:t>various</a:t>
            </a:r>
            <a:r>
              <a:rPr spc="70" dirty="0"/>
              <a:t> </a:t>
            </a:r>
            <a:r>
              <a:rPr spc="-10" dirty="0"/>
              <a:t>domains. </a:t>
            </a:r>
            <a:r>
              <a:rPr spc="55" dirty="0"/>
              <a:t>Understanding</a:t>
            </a:r>
            <a:r>
              <a:rPr spc="-30" dirty="0"/>
              <a:t> </a:t>
            </a:r>
            <a:r>
              <a:rPr spc="130" dirty="0"/>
              <a:t>the</a:t>
            </a:r>
            <a:r>
              <a:rPr spc="-25" dirty="0"/>
              <a:t> </a:t>
            </a:r>
            <a:r>
              <a:rPr spc="85" dirty="0"/>
              <a:t>process</a:t>
            </a:r>
            <a:r>
              <a:rPr spc="-25" dirty="0"/>
              <a:t> </a:t>
            </a:r>
            <a:r>
              <a:rPr spc="65" dirty="0"/>
              <a:t>and</a:t>
            </a:r>
            <a:r>
              <a:rPr spc="-25" dirty="0"/>
              <a:t> </a:t>
            </a:r>
            <a:r>
              <a:rPr spc="75" dirty="0"/>
              <a:t>applications </a:t>
            </a:r>
            <a:r>
              <a:rPr spc="65" dirty="0"/>
              <a:t>can</a:t>
            </a:r>
            <a:r>
              <a:rPr spc="50" dirty="0"/>
              <a:t> </a:t>
            </a:r>
            <a:r>
              <a:rPr dirty="0"/>
              <a:t>lead</a:t>
            </a:r>
            <a:r>
              <a:rPr spc="50" dirty="0"/>
              <a:t> </a:t>
            </a:r>
            <a:r>
              <a:rPr spc="204" dirty="0"/>
              <a:t>to</a:t>
            </a:r>
            <a:r>
              <a:rPr spc="50" dirty="0"/>
              <a:t> </a:t>
            </a:r>
            <a:r>
              <a:rPr spc="110" dirty="0"/>
              <a:t>improved</a:t>
            </a:r>
            <a:r>
              <a:rPr spc="55" dirty="0"/>
              <a:t> </a:t>
            </a:r>
            <a:r>
              <a:rPr spc="160" dirty="0"/>
              <a:t>problem-</a:t>
            </a:r>
            <a:r>
              <a:rPr dirty="0"/>
              <a:t>solving</a:t>
            </a:r>
            <a:r>
              <a:rPr spc="50" dirty="0"/>
              <a:t> </a:t>
            </a:r>
            <a:r>
              <a:rPr spc="40" dirty="0"/>
              <a:t>and </a:t>
            </a:r>
            <a:r>
              <a:rPr spc="-10" dirty="0"/>
              <a:t>innovation.</a:t>
            </a:r>
          </a:p>
          <a:p>
            <a:pPr marL="12700" marR="5080">
              <a:lnSpc>
                <a:spcPct val="114599"/>
              </a:lnSpc>
            </a:pPr>
            <a:r>
              <a:rPr dirty="0"/>
              <a:t>As</a:t>
            </a:r>
            <a:r>
              <a:rPr spc="-20" dirty="0"/>
              <a:t> </a:t>
            </a:r>
            <a:r>
              <a:rPr spc="95" dirty="0"/>
              <a:t>technology</a:t>
            </a:r>
            <a:r>
              <a:rPr spc="-20" dirty="0"/>
              <a:t> </a:t>
            </a:r>
            <a:r>
              <a:rPr dirty="0"/>
              <a:t>advances,</a:t>
            </a:r>
            <a:r>
              <a:rPr spc="-15" dirty="0"/>
              <a:t> </a:t>
            </a:r>
            <a:r>
              <a:rPr spc="130" dirty="0"/>
              <a:t>the</a:t>
            </a:r>
            <a:r>
              <a:rPr spc="-20" dirty="0"/>
              <a:t> </a:t>
            </a:r>
            <a:r>
              <a:rPr spc="85" dirty="0"/>
              <a:t>field</a:t>
            </a:r>
            <a:r>
              <a:rPr spc="-20" dirty="0"/>
              <a:t> </a:t>
            </a:r>
            <a:r>
              <a:rPr spc="125" dirty="0"/>
              <a:t>of</a:t>
            </a:r>
            <a:r>
              <a:rPr spc="-15" dirty="0"/>
              <a:t> </a:t>
            </a:r>
            <a:r>
              <a:rPr spc="80" dirty="0"/>
              <a:t>data </a:t>
            </a:r>
            <a:r>
              <a:rPr dirty="0"/>
              <a:t>analysis</a:t>
            </a:r>
            <a:r>
              <a:rPr spc="-20" dirty="0"/>
              <a:t> </a:t>
            </a:r>
            <a:r>
              <a:rPr spc="90" dirty="0"/>
              <a:t>continues</a:t>
            </a:r>
            <a:r>
              <a:rPr spc="-15" dirty="0"/>
              <a:t> </a:t>
            </a:r>
            <a:r>
              <a:rPr spc="204" dirty="0"/>
              <a:t>to</a:t>
            </a:r>
            <a:r>
              <a:rPr spc="-15" dirty="0"/>
              <a:t> </a:t>
            </a:r>
            <a:r>
              <a:rPr dirty="0"/>
              <a:t>evolve,</a:t>
            </a:r>
            <a:r>
              <a:rPr spc="-15" dirty="0"/>
              <a:t> </a:t>
            </a:r>
            <a:r>
              <a:rPr spc="70" dirty="0"/>
              <a:t>offering</a:t>
            </a:r>
            <a:r>
              <a:rPr spc="-20" dirty="0"/>
              <a:t> </a:t>
            </a:r>
            <a:r>
              <a:rPr spc="70" dirty="0"/>
              <a:t>exciting </a:t>
            </a:r>
            <a:r>
              <a:rPr spc="75" dirty="0"/>
              <a:t>possibilities</a:t>
            </a:r>
            <a:r>
              <a:rPr spc="-15" dirty="0"/>
              <a:t> </a:t>
            </a:r>
            <a:r>
              <a:rPr spc="105" dirty="0"/>
              <a:t>for</a:t>
            </a:r>
            <a:r>
              <a:rPr spc="-15" dirty="0"/>
              <a:t> </a:t>
            </a:r>
            <a:r>
              <a:rPr spc="130" dirty="0"/>
              <a:t>the</a:t>
            </a:r>
            <a:r>
              <a:rPr spc="-15" dirty="0"/>
              <a:t> </a:t>
            </a:r>
            <a:r>
              <a:rPr spc="45" dirty="0"/>
              <a:t>future.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77374" y="5187457"/>
            <a:ext cx="123824" cy="1238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77374" y="6759082"/>
            <a:ext cx="123824" cy="1238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028703"/>
            <a:ext cx="5934074" cy="82295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1383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Do</a:t>
            </a:r>
            <a:r>
              <a:rPr spc="-420" dirty="0"/>
              <a:t> </a:t>
            </a:r>
            <a:r>
              <a:rPr spc="80" dirty="0"/>
              <a:t>you</a:t>
            </a:r>
            <a:r>
              <a:rPr spc="-415" dirty="0"/>
              <a:t> </a:t>
            </a:r>
            <a:r>
              <a:rPr spc="95" dirty="0"/>
              <a:t>have</a:t>
            </a:r>
            <a:r>
              <a:rPr spc="-415" dirty="0"/>
              <a:t> </a:t>
            </a:r>
            <a:r>
              <a:rPr spc="120" dirty="0"/>
              <a:t>any </a:t>
            </a:r>
            <a:r>
              <a:rPr spc="-10" dirty="0"/>
              <a:t>questions?</a:t>
            </a:r>
          </a:p>
        </p:txBody>
      </p:sp>
      <p:sp>
        <p:nvSpPr>
          <p:cNvPr id="4" name="object 4"/>
          <p:cNvSpPr/>
          <p:nvPr/>
        </p:nvSpPr>
        <p:spPr>
          <a:xfrm>
            <a:off x="7916281" y="7821790"/>
            <a:ext cx="742950" cy="742950"/>
          </a:xfrm>
          <a:custGeom>
            <a:avLst/>
            <a:gdLst/>
            <a:ahLst/>
            <a:cxnLst/>
            <a:rect l="l" t="t" r="r" b="b"/>
            <a:pathLst>
              <a:path w="742950" h="742950">
                <a:moveTo>
                  <a:pt x="371475" y="742950"/>
                </a:moveTo>
                <a:lnTo>
                  <a:pt x="322437" y="739763"/>
                </a:lnTo>
                <a:lnTo>
                  <a:pt x="274866" y="730333"/>
                </a:lnTo>
                <a:lnTo>
                  <a:pt x="229240" y="714859"/>
                </a:lnTo>
                <a:lnTo>
                  <a:pt x="186036" y="693538"/>
                </a:lnTo>
                <a:lnTo>
                  <a:pt x="145731" y="666568"/>
                </a:lnTo>
                <a:lnTo>
                  <a:pt x="108802" y="634147"/>
                </a:lnTo>
                <a:lnTo>
                  <a:pt x="76381" y="597218"/>
                </a:lnTo>
                <a:lnTo>
                  <a:pt x="49411" y="556913"/>
                </a:lnTo>
                <a:lnTo>
                  <a:pt x="28090" y="513709"/>
                </a:lnTo>
                <a:lnTo>
                  <a:pt x="12616" y="468083"/>
                </a:lnTo>
                <a:lnTo>
                  <a:pt x="3187" y="420512"/>
                </a:lnTo>
                <a:lnTo>
                  <a:pt x="0" y="371475"/>
                </a:lnTo>
                <a:lnTo>
                  <a:pt x="3187" y="322437"/>
                </a:lnTo>
                <a:lnTo>
                  <a:pt x="12616" y="274866"/>
                </a:lnTo>
                <a:lnTo>
                  <a:pt x="28090" y="229240"/>
                </a:lnTo>
                <a:lnTo>
                  <a:pt x="49411" y="186036"/>
                </a:lnTo>
                <a:lnTo>
                  <a:pt x="76381" y="145731"/>
                </a:lnTo>
                <a:lnTo>
                  <a:pt x="108802" y="108802"/>
                </a:lnTo>
                <a:lnTo>
                  <a:pt x="145731" y="76381"/>
                </a:lnTo>
                <a:lnTo>
                  <a:pt x="186036" y="49411"/>
                </a:lnTo>
                <a:lnTo>
                  <a:pt x="229240" y="28090"/>
                </a:lnTo>
                <a:lnTo>
                  <a:pt x="274866" y="12616"/>
                </a:lnTo>
                <a:lnTo>
                  <a:pt x="322437" y="3187"/>
                </a:lnTo>
                <a:lnTo>
                  <a:pt x="371475" y="0"/>
                </a:lnTo>
                <a:lnTo>
                  <a:pt x="420512" y="3187"/>
                </a:lnTo>
                <a:lnTo>
                  <a:pt x="468083" y="12616"/>
                </a:lnTo>
                <a:lnTo>
                  <a:pt x="513709" y="28090"/>
                </a:lnTo>
                <a:lnTo>
                  <a:pt x="547759" y="44893"/>
                </a:lnTo>
                <a:lnTo>
                  <a:pt x="350931" y="44893"/>
                </a:lnTo>
                <a:lnTo>
                  <a:pt x="330254" y="56289"/>
                </a:lnTo>
                <a:lnTo>
                  <a:pt x="272319" y="56289"/>
                </a:lnTo>
                <a:lnTo>
                  <a:pt x="224923" y="75416"/>
                </a:lnTo>
                <a:lnTo>
                  <a:pt x="181555" y="101280"/>
                </a:lnTo>
                <a:lnTo>
                  <a:pt x="142789" y="133255"/>
                </a:lnTo>
                <a:lnTo>
                  <a:pt x="109289" y="170674"/>
                </a:lnTo>
                <a:lnTo>
                  <a:pt x="81719" y="212874"/>
                </a:lnTo>
                <a:lnTo>
                  <a:pt x="706782" y="212874"/>
                </a:lnTo>
                <a:lnTo>
                  <a:pt x="714859" y="229240"/>
                </a:lnTo>
                <a:lnTo>
                  <a:pt x="723243" y="253961"/>
                </a:lnTo>
                <a:lnTo>
                  <a:pt x="62703" y="253961"/>
                </a:lnTo>
                <a:lnTo>
                  <a:pt x="53440" y="281916"/>
                </a:lnTo>
                <a:lnTo>
                  <a:pt x="46664" y="310902"/>
                </a:lnTo>
                <a:lnTo>
                  <a:pt x="42502" y="340796"/>
                </a:lnTo>
                <a:lnTo>
                  <a:pt x="41087" y="371475"/>
                </a:lnTo>
                <a:lnTo>
                  <a:pt x="42386" y="400680"/>
                </a:lnTo>
                <a:lnTo>
                  <a:pt x="42405" y="401114"/>
                </a:lnTo>
                <a:lnTo>
                  <a:pt x="46205" y="429443"/>
                </a:lnTo>
                <a:lnTo>
                  <a:pt x="46284" y="430027"/>
                </a:lnTo>
                <a:lnTo>
                  <a:pt x="52510" y="457659"/>
                </a:lnTo>
                <a:lnTo>
                  <a:pt x="52610" y="458101"/>
                </a:lnTo>
                <a:lnTo>
                  <a:pt x="61269" y="485225"/>
                </a:lnTo>
                <a:lnTo>
                  <a:pt x="724519" y="485225"/>
                </a:lnTo>
                <a:lnTo>
                  <a:pt x="714859" y="513709"/>
                </a:lnTo>
                <a:lnTo>
                  <a:pt x="708640" y="526312"/>
                </a:lnTo>
                <a:lnTo>
                  <a:pt x="79692" y="526312"/>
                </a:lnTo>
                <a:lnTo>
                  <a:pt x="107239" y="569565"/>
                </a:lnTo>
                <a:lnTo>
                  <a:pt x="140964" y="607922"/>
                </a:lnTo>
                <a:lnTo>
                  <a:pt x="180169" y="640684"/>
                </a:lnTo>
                <a:lnTo>
                  <a:pt x="224157" y="667151"/>
                </a:lnTo>
                <a:lnTo>
                  <a:pt x="272228" y="686624"/>
                </a:lnTo>
                <a:lnTo>
                  <a:pt x="330187" y="686624"/>
                </a:lnTo>
                <a:lnTo>
                  <a:pt x="350931" y="698056"/>
                </a:lnTo>
                <a:lnTo>
                  <a:pt x="547759" y="698056"/>
                </a:lnTo>
                <a:lnTo>
                  <a:pt x="513709" y="714859"/>
                </a:lnTo>
                <a:lnTo>
                  <a:pt x="468083" y="730333"/>
                </a:lnTo>
                <a:lnTo>
                  <a:pt x="420512" y="739763"/>
                </a:lnTo>
                <a:lnTo>
                  <a:pt x="371475" y="742950"/>
                </a:lnTo>
                <a:close/>
              </a:path>
              <a:path w="742950" h="742950">
                <a:moveTo>
                  <a:pt x="392018" y="212874"/>
                </a:moveTo>
                <a:lnTo>
                  <a:pt x="350931" y="212874"/>
                </a:lnTo>
                <a:lnTo>
                  <a:pt x="350931" y="44893"/>
                </a:lnTo>
                <a:lnTo>
                  <a:pt x="392018" y="44893"/>
                </a:lnTo>
                <a:lnTo>
                  <a:pt x="392018" y="212874"/>
                </a:lnTo>
                <a:close/>
              </a:path>
              <a:path w="742950" h="742950">
                <a:moveTo>
                  <a:pt x="538681" y="212874"/>
                </a:moveTo>
                <a:lnTo>
                  <a:pt x="496499" y="212874"/>
                </a:lnTo>
                <a:lnTo>
                  <a:pt x="490667" y="191204"/>
                </a:lnTo>
                <a:lnTo>
                  <a:pt x="484140" y="170674"/>
                </a:lnTo>
                <a:lnTo>
                  <a:pt x="468632" y="132015"/>
                </a:lnTo>
                <a:lnTo>
                  <a:pt x="432650" y="74880"/>
                </a:lnTo>
                <a:lnTo>
                  <a:pt x="392018" y="44893"/>
                </a:lnTo>
                <a:lnTo>
                  <a:pt x="547759" y="44893"/>
                </a:lnTo>
                <a:lnTo>
                  <a:pt x="556913" y="49411"/>
                </a:lnTo>
                <a:lnTo>
                  <a:pt x="567192" y="56289"/>
                </a:lnTo>
                <a:lnTo>
                  <a:pt x="470694" y="56289"/>
                </a:lnTo>
                <a:lnTo>
                  <a:pt x="480122" y="69085"/>
                </a:lnTo>
                <a:lnTo>
                  <a:pt x="505866" y="114642"/>
                </a:lnTo>
                <a:lnTo>
                  <a:pt x="524308" y="161245"/>
                </a:lnTo>
                <a:lnTo>
                  <a:pt x="532013" y="186492"/>
                </a:lnTo>
                <a:lnTo>
                  <a:pt x="538681" y="212874"/>
                </a:lnTo>
                <a:close/>
              </a:path>
              <a:path w="742950" h="742950">
                <a:moveTo>
                  <a:pt x="246450" y="212874"/>
                </a:moveTo>
                <a:lnTo>
                  <a:pt x="204268" y="212874"/>
                </a:lnTo>
                <a:lnTo>
                  <a:pt x="210936" y="186492"/>
                </a:lnTo>
                <a:lnTo>
                  <a:pt x="227364" y="137255"/>
                </a:lnTo>
                <a:lnTo>
                  <a:pt x="245230" y="98261"/>
                </a:lnTo>
                <a:lnTo>
                  <a:pt x="272255" y="56289"/>
                </a:lnTo>
                <a:lnTo>
                  <a:pt x="330254" y="56289"/>
                </a:lnTo>
                <a:lnTo>
                  <a:pt x="310299" y="74880"/>
                </a:lnTo>
                <a:lnTo>
                  <a:pt x="291506" y="100258"/>
                </a:lnTo>
                <a:lnTo>
                  <a:pt x="274317" y="132015"/>
                </a:lnTo>
                <a:lnTo>
                  <a:pt x="266230" y="150693"/>
                </a:lnTo>
                <a:lnTo>
                  <a:pt x="258881" y="170450"/>
                </a:lnTo>
                <a:lnTo>
                  <a:pt x="252282" y="191204"/>
                </a:lnTo>
                <a:lnTo>
                  <a:pt x="246450" y="212874"/>
                </a:lnTo>
                <a:close/>
              </a:path>
              <a:path w="742950" h="742950">
                <a:moveTo>
                  <a:pt x="706782" y="212874"/>
                </a:moveTo>
                <a:lnTo>
                  <a:pt x="661230" y="212874"/>
                </a:lnTo>
                <a:lnTo>
                  <a:pt x="633660" y="170674"/>
                </a:lnTo>
                <a:lnTo>
                  <a:pt x="600160" y="133255"/>
                </a:lnTo>
                <a:lnTo>
                  <a:pt x="561394" y="101280"/>
                </a:lnTo>
                <a:lnTo>
                  <a:pt x="518026" y="75416"/>
                </a:lnTo>
                <a:lnTo>
                  <a:pt x="470630" y="56289"/>
                </a:lnTo>
                <a:lnTo>
                  <a:pt x="567192" y="56289"/>
                </a:lnTo>
                <a:lnTo>
                  <a:pt x="597218" y="76381"/>
                </a:lnTo>
                <a:lnTo>
                  <a:pt x="634147" y="108802"/>
                </a:lnTo>
                <a:lnTo>
                  <a:pt x="666568" y="145731"/>
                </a:lnTo>
                <a:lnTo>
                  <a:pt x="693538" y="186036"/>
                </a:lnTo>
                <a:lnTo>
                  <a:pt x="706782" y="212874"/>
                </a:lnTo>
                <a:close/>
              </a:path>
              <a:path w="742950" h="742950">
                <a:moveTo>
                  <a:pt x="237294" y="485225"/>
                </a:moveTo>
                <a:lnTo>
                  <a:pt x="195718" y="485225"/>
                </a:lnTo>
                <a:lnTo>
                  <a:pt x="192082" y="458101"/>
                </a:lnTo>
                <a:lnTo>
                  <a:pt x="192023" y="457659"/>
                </a:lnTo>
                <a:lnTo>
                  <a:pt x="187768" y="401114"/>
                </a:lnTo>
                <a:lnTo>
                  <a:pt x="187201" y="371475"/>
                </a:lnTo>
                <a:lnTo>
                  <a:pt x="187784" y="341264"/>
                </a:lnTo>
                <a:lnTo>
                  <a:pt x="189514" y="311532"/>
                </a:lnTo>
                <a:lnTo>
                  <a:pt x="192368" y="282393"/>
                </a:lnTo>
                <a:lnTo>
                  <a:pt x="196321" y="253961"/>
                </a:lnTo>
                <a:lnTo>
                  <a:pt x="237932" y="253961"/>
                </a:lnTo>
                <a:lnTo>
                  <a:pt x="233799" y="281916"/>
                </a:lnTo>
                <a:lnTo>
                  <a:pt x="233736" y="282393"/>
                </a:lnTo>
                <a:lnTo>
                  <a:pt x="230779" y="310902"/>
                </a:lnTo>
                <a:lnTo>
                  <a:pt x="230723" y="311532"/>
                </a:lnTo>
                <a:lnTo>
                  <a:pt x="228924" y="340796"/>
                </a:lnTo>
                <a:lnTo>
                  <a:pt x="228288" y="371475"/>
                </a:lnTo>
                <a:lnTo>
                  <a:pt x="228860" y="400680"/>
                </a:lnTo>
                <a:lnTo>
                  <a:pt x="230560" y="429443"/>
                </a:lnTo>
                <a:lnTo>
                  <a:pt x="233374" y="457659"/>
                </a:lnTo>
                <a:lnTo>
                  <a:pt x="237294" y="485225"/>
                </a:lnTo>
                <a:close/>
              </a:path>
              <a:path w="742950" h="742950">
                <a:moveTo>
                  <a:pt x="392018" y="485225"/>
                </a:moveTo>
                <a:lnTo>
                  <a:pt x="350931" y="485225"/>
                </a:lnTo>
                <a:lnTo>
                  <a:pt x="350931" y="253961"/>
                </a:lnTo>
                <a:lnTo>
                  <a:pt x="392018" y="253961"/>
                </a:lnTo>
                <a:lnTo>
                  <a:pt x="392018" y="485225"/>
                </a:lnTo>
                <a:close/>
              </a:path>
              <a:path w="742950" h="742950">
                <a:moveTo>
                  <a:pt x="547232" y="485225"/>
                </a:moveTo>
                <a:lnTo>
                  <a:pt x="505655" y="485225"/>
                </a:lnTo>
                <a:lnTo>
                  <a:pt x="509519" y="458101"/>
                </a:lnTo>
                <a:lnTo>
                  <a:pt x="512339" y="430027"/>
                </a:lnTo>
                <a:lnTo>
                  <a:pt x="512390" y="429443"/>
                </a:lnTo>
                <a:lnTo>
                  <a:pt x="514069" y="401114"/>
                </a:lnTo>
                <a:lnTo>
                  <a:pt x="514661" y="371475"/>
                </a:lnTo>
                <a:lnTo>
                  <a:pt x="514048" y="341264"/>
                </a:lnTo>
                <a:lnTo>
                  <a:pt x="512227" y="311532"/>
                </a:lnTo>
                <a:lnTo>
                  <a:pt x="509213" y="282393"/>
                </a:lnTo>
                <a:lnTo>
                  <a:pt x="505017" y="253961"/>
                </a:lnTo>
                <a:lnTo>
                  <a:pt x="546628" y="253961"/>
                </a:lnTo>
                <a:lnTo>
                  <a:pt x="553373" y="310902"/>
                </a:lnTo>
                <a:lnTo>
                  <a:pt x="555748" y="371475"/>
                </a:lnTo>
                <a:lnTo>
                  <a:pt x="555205" y="400680"/>
                </a:lnTo>
                <a:lnTo>
                  <a:pt x="553591" y="429443"/>
                </a:lnTo>
                <a:lnTo>
                  <a:pt x="550927" y="457659"/>
                </a:lnTo>
                <a:lnTo>
                  <a:pt x="547232" y="485225"/>
                </a:lnTo>
                <a:close/>
              </a:path>
              <a:path w="742950" h="742950">
                <a:moveTo>
                  <a:pt x="724519" y="485225"/>
                </a:moveTo>
                <a:lnTo>
                  <a:pt x="681680" y="485225"/>
                </a:lnTo>
                <a:lnTo>
                  <a:pt x="690339" y="458101"/>
                </a:lnTo>
                <a:lnTo>
                  <a:pt x="696665" y="430027"/>
                </a:lnTo>
                <a:lnTo>
                  <a:pt x="700544" y="401114"/>
                </a:lnTo>
                <a:lnTo>
                  <a:pt x="701862" y="371475"/>
                </a:lnTo>
                <a:lnTo>
                  <a:pt x="700468" y="341264"/>
                </a:lnTo>
                <a:lnTo>
                  <a:pt x="689620" y="282393"/>
                </a:lnTo>
                <a:lnTo>
                  <a:pt x="680246" y="253961"/>
                </a:lnTo>
                <a:lnTo>
                  <a:pt x="723243" y="253961"/>
                </a:lnTo>
                <a:lnTo>
                  <a:pt x="730333" y="274866"/>
                </a:lnTo>
                <a:lnTo>
                  <a:pt x="739762" y="322437"/>
                </a:lnTo>
                <a:lnTo>
                  <a:pt x="742949" y="371475"/>
                </a:lnTo>
                <a:lnTo>
                  <a:pt x="739762" y="420512"/>
                </a:lnTo>
                <a:lnTo>
                  <a:pt x="730333" y="468083"/>
                </a:lnTo>
                <a:lnTo>
                  <a:pt x="724519" y="485225"/>
                </a:lnTo>
                <a:close/>
              </a:path>
              <a:path w="742950" h="742950">
                <a:moveTo>
                  <a:pt x="330215" y="686624"/>
                </a:moveTo>
                <a:lnTo>
                  <a:pt x="272228" y="686624"/>
                </a:lnTo>
                <a:lnTo>
                  <a:pt x="262828" y="673864"/>
                </a:lnTo>
                <a:lnTo>
                  <a:pt x="237083" y="628307"/>
                </a:lnTo>
                <a:lnTo>
                  <a:pt x="218064" y="579983"/>
                </a:lnTo>
                <a:lnTo>
                  <a:pt x="203409" y="526312"/>
                </a:lnTo>
                <a:lnTo>
                  <a:pt x="245542" y="526312"/>
                </a:lnTo>
                <a:lnTo>
                  <a:pt x="251501" y="549035"/>
                </a:lnTo>
                <a:lnTo>
                  <a:pt x="258294" y="570775"/>
                </a:lnTo>
                <a:lnTo>
                  <a:pt x="265904" y="591439"/>
                </a:lnTo>
                <a:lnTo>
                  <a:pt x="274317" y="610935"/>
                </a:lnTo>
                <a:lnTo>
                  <a:pt x="291506" y="642691"/>
                </a:lnTo>
                <a:lnTo>
                  <a:pt x="310299" y="668069"/>
                </a:lnTo>
                <a:lnTo>
                  <a:pt x="330215" y="686624"/>
                </a:lnTo>
                <a:close/>
              </a:path>
              <a:path w="742950" h="742950">
                <a:moveTo>
                  <a:pt x="392018" y="698056"/>
                </a:moveTo>
                <a:lnTo>
                  <a:pt x="350931" y="698056"/>
                </a:lnTo>
                <a:lnTo>
                  <a:pt x="350931" y="526312"/>
                </a:lnTo>
                <a:lnTo>
                  <a:pt x="392018" y="526312"/>
                </a:lnTo>
                <a:lnTo>
                  <a:pt x="392018" y="698056"/>
                </a:lnTo>
                <a:close/>
              </a:path>
              <a:path w="742950" h="742950">
                <a:moveTo>
                  <a:pt x="547759" y="698056"/>
                </a:moveTo>
                <a:lnTo>
                  <a:pt x="392018" y="698056"/>
                </a:lnTo>
                <a:lnTo>
                  <a:pt x="412734" y="686624"/>
                </a:lnTo>
                <a:lnTo>
                  <a:pt x="432650" y="668069"/>
                </a:lnTo>
                <a:lnTo>
                  <a:pt x="468632" y="610935"/>
                </a:lnTo>
                <a:lnTo>
                  <a:pt x="484655" y="570775"/>
                </a:lnTo>
                <a:lnTo>
                  <a:pt x="497407" y="526312"/>
                </a:lnTo>
                <a:lnTo>
                  <a:pt x="539540" y="526312"/>
                </a:lnTo>
                <a:lnTo>
                  <a:pt x="524885" y="579983"/>
                </a:lnTo>
                <a:lnTo>
                  <a:pt x="505866" y="628307"/>
                </a:lnTo>
                <a:lnTo>
                  <a:pt x="480122" y="673864"/>
                </a:lnTo>
                <a:lnTo>
                  <a:pt x="470721" y="686624"/>
                </a:lnTo>
                <a:lnTo>
                  <a:pt x="567247" y="686624"/>
                </a:lnTo>
                <a:lnTo>
                  <a:pt x="556913" y="693538"/>
                </a:lnTo>
                <a:lnTo>
                  <a:pt x="547759" y="698056"/>
                </a:lnTo>
                <a:close/>
              </a:path>
              <a:path w="742950" h="742950">
                <a:moveTo>
                  <a:pt x="567247" y="686624"/>
                </a:moveTo>
                <a:lnTo>
                  <a:pt x="470721" y="686624"/>
                </a:lnTo>
                <a:lnTo>
                  <a:pt x="518793" y="667151"/>
                </a:lnTo>
                <a:lnTo>
                  <a:pt x="562780" y="640684"/>
                </a:lnTo>
                <a:lnTo>
                  <a:pt x="601985" y="607922"/>
                </a:lnTo>
                <a:lnTo>
                  <a:pt x="635710" y="569565"/>
                </a:lnTo>
                <a:lnTo>
                  <a:pt x="663257" y="526312"/>
                </a:lnTo>
                <a:lnTo>
                  <a:pt x="708640" y="526312"/>
                </a:lnTo>
                <a:lnTo>
                  <a:pt x="693538" y="556913"/>
                </a:lnTo>
                <a:lnTo>
                  <a:pt x="666568" y="597218"/>
                </a:lnTo>
                <a:lnTo>
                  <a:pt x="634147" y="634147"/>
                </a:lnTo>
                <a:lnTo>
                  <a:pt x="597218" y="666568"/>
                </a:lnTo>
                <a:lnTo>
                  <a:pt x="567247" y="686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7916281" y="5659025"/>
            <a:ext cx="800100" cy="800100"/>
            <a:chOff x="7916281" y="5659025"/>
            <a:chExt cx="800100" cy="800100"/>
          </a:xfrm>
        </p:grpSpPr>
        <p:sp>
          <p:nvSpPr>
            <p:cNvPr id="6" name="object 6"/>
            <p:cNvSpPr/>
            <p:nvPr/>
          </p:nvSpPr>
          <p:spPr>
            <a:xfrm>
              <a:off x="7916278" y="565903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580885" y="524167"/>
                  </a:moveTo>
                  <a:lnTo>
                    <a:pt x="559663" y="484543"/>
                  </a:lnTo>
                  <a:lnTo>
                    <a:pt x="524268" y="467347"/>
                  </a:lnTo>
                  <a:lnTo>
                    <a:pt x="505536" y="464718"/>
                  </a:lnTo>
                  <a:lnTo>
                    <a:pt x="492302" y="470306"/>
                  </a:lnTo>
                  <a:lnTo>
                    <a:pt x="482180" y="481330"/>
                  </a:lnTo>
                  <a:lnTo>
                    <a:pt x="470458" y="491324"/>
                  </a:lnTo>
                  <a:lnTo>
                    <a:pt x="458203" y="497890"/>
                  </a:lnTo>
                  <a:lnTo>
                    <a:pt x="446519" y="498665"/>
                  </a:lnTo>
                  <a:lnTo>
                    <a:pt x="426796" y="489254"/>
                  </a:lnTo>
                  <a:lnTo>
                    <a:pt x="385038" y="453707"/>
                  </a:lnTo>
                  <a:lnTo>
                    <a:pt x="346392" y="415048"/>
                  </a:lnTo>
                  <a:lnTo>
                    <a:pt x="310845" y="373303"/>
                  </a:lnTo>
                  <a:lnTo>
                    <a:pt x="301421" y="353580"/>
                  </a:lnTo>
                  <a:lnTo>
                    <a:pt x="302018" y="342049"/>
                  </a:lnTo>
                  <a:lnTo>
                    <a:pt x="308292" y="330060"/>
                  </a:lnTo>
                  <a:lnTo>
                    <a:pt x="318223" y="318376"/>
                  </a:lnTo>
                  <a:lnTo>
                    <a:pt x="329793" y="307797"/>
                  </a:lnTo>
                  <a:lnTo>
                    <a:pt x="336042" y="294297"/>
                  </a:lnTo>
                  <a:lnTo>
                    <a:pt x="325640" y="256679"/>
                  </a:lnTo>
                  <a:lnTo>
                    <a:pt x="291807" y="219405"/>
                  </a:lnTo>
                  <a:lnTo>
                    <a:pt x="275805" y="219024"/>
                  </a:lnTo>
                  <a:lnTo>
                    <a:pt x="255752" y="230479"/>
                  </a:lnTo>
                  <a:lnTo>
                    <a:pt x="237820" y="250304"/>
                  </a:lnTo>
                  <a:lnTo>
                    <a:pt x="223520" y="279730"/>
                  </a:lnTo>
                  <a:lnTo>
                    <a:pt x="218389" y="318439"/>
                  </a:lnTo>
                  <a:lnTo>
                    <a:pt x="227952" y="366115"/>
                  </a:lnTo>
                  <a:lnTo>
                    <a:pt x="257746" y="422440"/>
                  </a:lnTo>
                  <a:lnTo>
                    <a:pt x="283857" y="455422"/>
                  </a:lnTo>
                  <a:lnTo>
                    <a:pt x="313867" y="486232"/>
                  </a:lnTo>
                  <a:lnTo>
                    <a:pt x="344678" y="516229"/>
                  </a:lnTo>
                  <a:lnTo>
                    <a:pt x="377659" y="542353"/>
                  </a:lnTo>
                  <a:lnTo>
                    <a:pt x="433984" y="572147"/>
                  </a:lnTo>
                  <a:lnTo>
                    <a:pt x="481660" y="581710"/>
                  </a:lnTo>
                  <a:lnTo>
                    <a:pt x="520357" y="576580"/>
                  </a:lnTo>
                  <a:lnTo>
                    <a:pt x="549795" y="562279"/>
                  </a:lnTo>
                  <a:lnTo>
                    <a:pt x="569620" y="544347"/>
                  </a:lnTo>
                  <a:lnTo>
                    <a:pt x="580885" y="524167"/>
                  </a:lnTo>
                  <a:close/>
                </a:path>
                <a:path w="800100" h="800100">
                  <a:moveTo>
                    <a:pt x="800100" y="400050"/>
                  </a:moveTo>
                  <a:lnTo>
                    <a:pt x="797394" y="353402"/>
                  </a:lnTo>
                  <a:lnTo>
                    <a:pt x="789508" y="308419"/>
                  </a:lnTo>
                  <a:lnTo>
                    <a:pt x="776744" y="265252"/>
                  </a:lnTo>
                  <a:lnTo>
                    <a:pt x="772033" y="254127"/>
                  </a:lnTo>
                  <a:lnTo>
                    <a:pt x="772033" y="400050"/>
                  </a:lnTo>
                  <a:lnTo>
                    <a:pt x="769137" y="446646"/>
                  </a:lnTo>
                  <a:lnTo>
                    <a:pt x="760666" y="491629"/>
                  </a:lnTo>
                  <a:lnTo>
                    <a:pt x="746988" y="534479"/>
                  </a:lnTo>
                  <a:lnTo>
                    <a:pt x="728446" y="574903"/>
                  </a:lnTo>
                  <a:lnTo>
                    <a:pt x="705370" y="612559"/>
                  </a:lnTo>
                  <a:lnTo>
                    <a:pt x="678141" y="647090"/>
                  </a:lnTo>
                  <a:lnTo>
                    <a:pt x="647077" y="678141"/>
                  </a:lnTo>
                  <a:lnTo>
                    <a:pt x="612546" y="705383"/>
                  </a:lnTo>
                  <a:lnTo>
                    <a:pt x="574903" y="728446"/>
                  </a:lnTo>
                  <a:lnTo>
                    <a:pt x="534479" y="746988"/>
                  </a:lnTo>
                  <a:lnTo>
                    <a:pt x="491629" y="760679"/>
                  </a:lnTo>
                  <a:lnTo>
                    <a:pt x="446697" y="769137"/>
                  </a:lnTo>
                  <a:lnTo>
                    <a:pt x="400050" y="772033"/>
                  </a:lnTo>
                  <a:lnTo>
                    <a:pt x="353390" y="769137"/>
                  </a:lnTo>
                  <a:lnTo>
                    <a:pt x="308470" y="760679"/>
                  </a:lnTo>
                  <a:lnTo>
                    <a:pt x="265620" y="746988"/>
                  </a:lnTo>
                  <a:lnTo>
                    <a:pt x="225196" y="728446"/>
                  </a:lnTo>
                  <a:lnTo>
                    <a:pt x="187540" y="705383"/>
                  </a:lnTo>
                  <a:lnTo>
                    <a:pt x="153009" y="678141"/>
                  </a:lnTo>
                  <a:lnTo>
                    <a:pt x="121958" y="647090"/>
                  </a:lnTo>
                  <a:lnTo>
                    <a:pt x="94716" y="612559"/>
                  </a:lnTo>
                  <a:lnTo>
                    <a:pt x="71653" y="574903"/>
                  </a:lnTo>
                  <a:lnTo>
                    <a:pt x="53098" y="534479"/>
                  </a:lnTo>
                  <a:lnTo>
                    <a:pt x="39420" y="491629"/>
                  </a:lnTo>
                  <a:lnTo>
                    <a:pt x="30949" y="446646"/>
                  </a:lnTo>
                  <a:lnTo>
                    <a:pt x="28054" y="400050"/>
                  </a:lnTo>
                  <a:lnTo>
                    <a:pt x="30962" y="353402"/>
                  </a:lnTo>
                  <a:lnTo>
                    <a:pt x="39433" y="308419"/>
                  </a:lnTo>
                  <a:lnTo>
                    <a:pt x="53098" y="265620"/>
                  </a:lnTo>
                  <a:lnTo>
                    <a:pt x="71653" y="225196"/>
                  </a:lnTo>
                  <a:lnTo>
                    <a:pt x="94716" y="187540"/>
                  </a:lnTo>
                  <a:lnTo>
                    <a:pt x="121958" y="153022"/>
                  </a:lnTo>
                  <a:lnTo>
                    <a:pt x="153009" y="121958"/>
                  </a:lnTo>
                  <a:lnTo>
                    <a:pt x="187540" y="94729"/>
                  </a:lnTo>
                  <a:lnTo>
                    <a:pt x="225196" y="71653"/>
                  </a:lnTo>
                  <a:lnTo>
                    <a:pt x="265620" y="53111"/>
                  </a:lnTo>
                  <a:lnTo>
                    <a:pt x="308470" y="39433"/>
                  </a:lnTo>
                  <a:lnTo>
                    <a:pt x="353390" y="30962"/>
                  </a:lnTo>
                  <a:lnTo>
                    <a:pt x="400050" y="28067"/>
                  </a:lnTo>
                  <a:lnTo>
                    <a:pt x="446697" y="30962"/>
                  </a:lnTo>
                  <a:lnTo>
                    <a:pt x="491629" y="39433"/>
                  </a:lnTo>
                  <a:lnTo>
                    <a:pt x="534479" y="53111"/>
                  </a:lnTo>
                  <a:lnTo>
                    <a:pt x="574903" y="71653"/>
                  </a:lnTo>
                  <a:lnTo>
                    <a:pt x="612546" y="94729"/>
                  </a:lnTo>
                  <a:lnTo>
                    <a:pt x="647077" y="121958"/>
                  </a:lnTo>
                  <a:lnTo>
                    <a:pt x="678141" y="153022"/>
                  </a:lnTo>
                  <a:lnTo>
                    <a:pt x="705370" y="187540"/>
                  </a:lnTo>
                  <a:lnTo>
                    <a:pt x="728446" y="225196"/>
                  </a:lnTo>
                  <a:lnTo>
                    <a:pt x="746988" y="265620"/>
                  </a:lnTo>
                  <a:lnTo>
                    <a:pt x="760653" y="308419"/>
                  </a:lnTo>
                  <a:lnTo>
                    <a:pt x="769137" y="353402"/>
                  </a:lnTo>
                  <a:lnTo>
                    <a:pt x="772033" y="400050"/>
                  </a:lnTo>
                  <a:lnTo>
                    <a:pt x="772033" y="254127"/>
                  </a:lnTo>
                  <a:lnTo>
                    <a:pt x="737730" y="185724"/>
                  </a:lnTo>
                  <a:lnTo>
                    <a:pt x="712114" y="149974"/>
                  </a:lnTo>
                  <a:lnTo>
                    <a:pt x="682802" y="117297"/>
                  </a:lnTo>
                  <a:lnTo>
                    <a:pt x="650125" y="87985"/>
                  </a:lnTo>
                  <a:lnTo>
                    <a:pt x="614362" y="62357"/>
                  </a:lnTo>
                  <a:lnTo>
                    <a:pt x="575843" y="40716"/>
                  </a:lnTo>
                  <a:lnTo>
                    <a:pt x="545960" y="28067"/>
                  </a:lnTo>
                  <a:lnTo>
                    <a:pt x="534835" y="23355"/>
                  </a:lnTo>
                  <a:lnTo>
                    <a:pt x="491680" y="10579"/>
                  </a:lnTo>
                  <a:lnTo>
                    <a:pt x="446646" y="2692"/>
                  </a:lnTo>
                  <a:lnTo>
                    <a:pt x="400050" y="0"/>
                  </a:lnTo>
                  <a:lnTo>
                    <a:pt x="353453" y="2692"/>
                  </a:lnTo>
                  <a:lnTo>
                    <a:pt x="308419" y="10579"/>
                  </a:lnTo>
                  <a:lnTo>
                    <a:pt x="265252" y="23355"/>
                  </a:lnTo>
                  <a:lnTo>
                    <a:pt x="224256" y="40716"/>
                  </a:lnTo>
                  <a:lnTo>
                    <a:pt x="185724" y="62357"/>
                  </a:lnTo>
                  <a:lnTo>
                    <a:pt x="149974" y="87985"/>
                  </a:lnTo>
                  <a:lnTo>
                    <a:pt x="117284" y="117297"/>
                  </a:lnTo>
                  <a:lnTo>
                    <a:pt x="87985" y="149974"/>
                  </a:lnTo>
                  <a:lnTo>
                    <a:pt x="62357" y="185724"/>
                  </a:lnTo>
                  <a:lnTo>
                    <a:pt x="40716" y="224256"/>
                  </a:lnTo>
                  <a:lnTo>
                    <a:pt x="23355" y="265252"/>
                  </a:lnTo>
                  <a:lnTo>
                    <a:pt x="10579" y="308419"/>
                  </a:lnTo>
                  <a:lnTo>
                    <a:pt x="2705" y="353402"/>
                  </a:lnTo>
                  <a:lnTo>
                    <a:pt x="0" y="400050"/>
                  </a:lnTo>
                  <a:lnTo>
                    <a:pt x="2692" y="446646"/>
                  </a:lnTo>
                  <a:lnTo>
                    <a:pt x="10566" y="491629"/>
                  </a:lnTo>
                  <a:lnTo>
                    <a:pt x="23355" y="534847"/>
                  </a:lnTo>
                  <a:lnTo>
                    <a:pt x="40716" y="575843"/>
                  </a:lnTo>
                  <a:lnTo>
                    <a:pt x="62357" y="614375"/>
                  </a:lnTo>
                  <a:lnTo>
                    <a:pt x="87985" y="650125"/>
                  </a:lnTo>
                  <a:lnTo>
                    <a:pt x="117284" y="682815"/>
                  </a:lnTo>
                  <a:lnTo>
                    <a:pt x="149974" y="712114"/>
                  </a:lnTo>
                  <a:lnTo>
                    <a:pt x="185724" y="737743"/>
                  </a:lnTo>
                  <a:lnTo>
                    <a:pt x="224256" y="759383"/>
                  </a:lnTo>
                  <a:lnTo>
                    <a:pt x="265252" y="776744"/>
                  </a:lnTo>
                  <a:lnTo>
                    <a:pt x="308419" y="789520"/>
                  </a:lnTo>
                  <a:lnTo>
                    <a:pt x="353453" y="797407"/>
                  </a:lnTo>
                  <a:lnTo>
                    <a:pt x="400050" y="800100"/>
                  </a:lnTo>
                  <a:lnTo>
                    <a:pt x="446646" y="797407"/>
                  </a:lnTo>
                  <a:lnTo>
                    <a:pt x="491680" y="789520"/>
                  </a:lnTo>
                  <a:lnTo>
                    <a:pt x="534835" y="776744"/>
                  </a:lnTo>
                  <a:lnTo>
                    <a:pt x="545960" y="772033"/>
                  </a:lnTo>
                  <a:lnTo>
                    <a:pt x="575843" y="759383"/>
                  </a:lnTo>
                  <a:lnTo>
                    <a:pt x="614362" y="737743"/>
                  </a:lnTo>
                  <a:lnTo>
                    <a:pt x="650125" y="712114"/>
                  </a:lnTo>
                  <a:lnTo>
                    <a:pt x="682802" y="682815"/>
                  </a:lnTo>
                  <a:lnTo>
                    <a:pt x="712114" y="650125"/>
                  </a:lnTo>
                  <a:lnTo>
                    <a:pt x="737730" y="614375"/>
                  </a:lnTo>
                  <a:lnTo>
                    <a:pt x="759383" y="575843"/>
                  </a:lnTo>
                  <a:lnTo>
                    <a:pt x="776744" y="534847"/>
                  </a:lnTo>
                  <a:lnTo>
                    <a:pt x="776846" y="534479"/>
                  </a:lnTo>
                  <a:lnTo>
                    <a:pt x="789520" y="491629"/>
                  </a:lnTo>
                  <a:lnTo>
                    <a:pt x="797394" y="446646"/>
                  </a:lnTo>
                  <a:lnTo>
                    <a:pt x="800100" y="400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06741" y="5900561"/>
              <a:ext cx="174964" cy="174936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7916595" y="6861557"/>
            <a:ext cx="733425" cy="523875"/>
          </a:xfrm>
          <a:custGeom>
            <a:avLst/>
            <a:gdLst/>
            <a:ahLst/>
            <a:cxnLst/>
            <a:rect l="l" t="t" r="r" b="b"/>
            <a:pathLst>
              <a:path w="733425" h="523875">
                <a:moveTo>
                  <a:pt x="657553" y="523875"/>
                </a:moveTo>
                <a:lnTo>
                  <a:pt x="73606" y="523466"/>
                </a:lnTo>
                <a:lnTo>
                  <a:pt x="21389" y="499123"/>
                </a:lnTo>
                <a:lnTo>
                  <a:pt x="0" y="445293"/>
                </a:lnTo>
                <a:lnTo>
                  <a:pt x="85" y="378164"/>
                </a:lnTo>
                <a:lnTo>
                  <a:pt x="204" y="327643"/>
                </a:lnTo>
                <a:lnTo>
                  <a:pt x="306" y="130041"/>
                </a:lnTo>
                <a:lnTo>
                  <a:pt x="0" y="78581"/>
                </a:lnTo>
                <a:lnTo>
                  <a:pt x="22996" y="22995"/>
                </a:lnTo>
                <a:lnTo>
                  <a:pt x="78513" y="0"/>
                </a:lnTo>
                <a:lnTo>
                  <a:pt x="655491" y="0"/>
                </a:lnTo>
                <a:lnTo>
                  <a:pt x="683060" y="4961"/>
                </a:lnTo>
                <a:lnTo>
                  <a:pt x="706319" y="18648"/>
                </a:lnTo>
                <a:lnTo>
                  <a:pt x="723496" y="39281"/>
                </a:lnTo>
                <a:lnTo>
                  <a:pt x="724236" y="41336"/>
                </a:lnTo>
                <a:lnTo>
                  <a:pt x="77284" y="41336"/>
                </a:lnTo>
                <a:lnTo>
                  <a:pt x="98987" y="63027"/>
                </a:lnTo>
                <a:lnTo>
                  <a:pt x="43768" y="63027"/>
                </a:lnTo>
                <a:lnTo>
                  <a:pt x="43768" y="451431"/>
                </a:lnTo>
                <a:lnTo>
                  <a:pt x="44931" y="461922"/>
                </a:lnTo>
                <a:lnTo>
                  <a:pt x="48172" y="470686"/>
                </a:lnTo>
                <a:lnTo>
                  <a:pt x="53914" y="477495"/>
                </a:lnTo>
                <a:lnTo>
                  <a:pt x="62578" y="482127"/>
                </a:lnTo>
                <a:lnTo>
                  <a:pt x="117787" y="482127"/>
                </a:lnTo>
                <a:lnTo>
                  <a:pt x="115333" y="484583"/>
                </a:lnTo>
                <a:lnTo>
                  <a:pt x="720817" y="484583"/>
                </a:lnTo>
                <a:lnTo>
                  <a:pt x="710874" y="499839"/>
                </a:lnTo>
                <a:lnTo>
                  <a:pt x="686972" y="516841"/>
                </a:lnTo>
                <a:lnTo>
                  <a:pt x="657553" y="523875"/>
                </a:lnTo>
                <a:close/>
              </a:path>
              <a:path w="733425" h="523875">
                <a:moveTo>
                  <a:pt x="427517" y="327643"/>
                </a:moveTo>
                <a:lnTo>
                  <a:pt x="371900" y="327643"/>
                </a:lnTo>
                <a:lnTo>
                  <a:pt x="657962" y="41336"/>
                </a:lnTo>
                <a:lnTo>
                  <a:pt x="724236" y="41336"/>
                </a:lnTo>
                <a:lnTo>
                  <a:pt x="731466" y="61390"/>
                </a:lnTo>
                <a:lnTo>
                  <a:pt x="693549" y="61390"/>
                </a:lnTo>
                <a:lnTo>
                  <a:pt x="471086" y="284043"/>
                </a:lnTo>
                <a:lnTo>
                  <a:pt x="498823" y="311861"/>
                </a:lnTo>
                <a:lnTo>
                  <a:pt x="443286" y="311861"/>
                </a:lnTo>
                <a:lnTo>
                  <a:pt x="427517" y="327643"/>
                </a:lnTo>
                <a:close/>
              </a:path>
              <a:path w="733425" h="523875">
                <a:moveTo>
                  <a:pt x="722149" y="482540"/>
                </a:moveTo>
                <a:lnTo>
                  <a:pt x="669007" y="482540"/>
                </a:lnTo>
                <a:lnTo>
                  <a:pt x="679777" y="477495"/>
                </a:lnTo>
                <a:lnTo>
                  <a:pt x="687411" y="469279"/>
                </a:lnTo>
                <a:lnTo>
                  <a:pt x="692010" y="457630"/>
                </a:lnTo>
                <a:lnTo>
                  <a:pt x="693542" y="442430"/>
                </a:lnTo>
                <a:lnTo>
                  <a:pt x="693542" y="61390"/>
                </a:lnTo>
                <a:lnTo>
                  <a:pt x="731466" y="61390"/>
                </a:lnTo>
                <a:lnTo>
                  <a:pt x="732796" y="65079"/>
                </a:lnTo>
                <a:lnTo>
                  <a:pt x="732796" y="445293"/>
                </a:lnTo>
                <a:lnTo>
                  <a:pt x="727007" y="474799"/>
                </a:lnTo>
                <a:lnTo>
                  <a:pt x="726927" y="475209"/>
                </a:lnTo>
                <a:lnTo>
                  <a:pt x="722149" y="482540"/>
                </a:lnTo>
                <a:close/>
              </a:path>
              <a:path w="733425" h="523875">
                <a:moveTo>
                  <a:pt x="117787" y="482127"/>
                </a:moveTo>
                <a:lnTo>
                  <a:pt x="62578" y="482127"/>
                </a:lnTo>
                <a:lnTo>
                  <a:pt x="262540" y="281994"/>
                </a:lnTo>
                <a:lnTo>
                  <a:pt x="43761" y="63027"/>
                </a:lnTo>
                <a:lnTo>
                  <a:pt x="98987" y="63027"/>
                </a:lnTo>
                <a:lnTo>
                  <a:pt x="345503" y="309405"/>
                </a:lnTo>
                <a:lnTo>
                  <a:pt x="290360" y="309405"/>
                </a:lnTo>
                <a:lnTo>
                  <a:pt x="117787" y="482127"/>
                </a:lnTo>
                <a:close/>
              </a:path>
              <a:path w="733425" h="523875">
                <a:moveTo>
                  <a:pt x="371914" y="383295"/>
                </a:moveTo>
                <a:lnTo>
                  <a:pt x="363765" y="383295"/>
                </a:lnTo>
                <a:lnTo>
                  <a:pt x="290347" y="309405"/>
                </a:lnTo>
                <a:lnTo>
                  <a:pt x="345503" y="309405"/>
                </a:lnTo>
                <a:lnTo>
                  <a:pt x="363751" y="327643"/>
                </a:lnTo>
                <a:lnTo>
                  <a:pt x="427517" y="327643"/>
                </a:lnTo>
                <a:lnTo>
                  <a:pt x="371914" y="383295"/>
                </a:lnTo>
                <a:close/>
              </a:path>
              <a:path w="733425" h="523875">
                <a:moveTo>
                  <a:pt x="720817" y="484583"/>
                </a:moveTo>
                <a:lnTo>
                  <a:pt x="615859" y="484583"/>
                </a:lnTo>
                <a:lnTo>
                  <a:pt x="443286" y="311861"/>
                </a:lnTo>
                <a:lnTo>
                  <a:pt x="498823" y="311861"/>
                </a:lnTo>
                <a:lnTo>
                  <a:pt x="669007" y="482540"/>
                </a:lnTo>
                <a:lnTo>
                  <a:pt x="722149" y="482540"/>
                </a:lnTo>
                <a:lnTo>
                  <a:pt x="720817" y="4845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423</Words>
  <Application>Microsoft Office PowerPoint</Application>
  <PresentationFormat>Custom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MT</vt:lpstr>
      <vt:lpstr>Times New Roman</vt:lpstr>
      <vt:lpstr>Office Theme</vt:lpstr>
      <vt:lpstr>Data Analysis and Analytics</vt:lpstr>
      <vt:lpstr>Introduction</vt:lpstr>
      <vt:lpstr>Understanding Data Analysis</vt:lpstr>
      <vt:lpstr>Importance of Data Analysis</vt:lpstr>
      <vt:lpstr>Data Analytics Process</vt:lpstr>
      <vt:lpstr>Applications of Data Analytics</vt:lpstr>
      <vt:lpstr>Challenges in Data Analysis</vt:lpstr>
      <vt:lpstr>Future Trends</vt:lpstr>
      <vt:lpstr>Conclusion</vt:lpstr>
      <vt:lpstr>Do you have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and Analytics</dc:title>
  <dc:creator>ajay shukla</dc:creator>
  <cp:keywords>DAFrJWkevZ8,BAFb7qDYndY</cp:keywords>
  <cp:lastModifiedBy>Bosubabu Sambana</cp:lastModifiedBy>
  <cp:revision>1</cp:revision>
  <dcterms:created xsi:type="dcterms:W3CDTF">2026-07-23T18:12:55Z</dcterms:created>
  <dcterms:modified xsi:type="dcterms:W3CDTF">2026-07-23T18:17:03Z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2023-08-10T00:00:00Z</vt:filetime>
  </property>
  <property fmtid="{D5CDD505-2E9C-101B-9397-08002B2CF9AE}" pid="4" name="Creator">
    <vt:lpwstr>Canva</vt:lpwstr>
  </property>
  <property fmtid="{D5CDD505-2E9C-101B-9397-08002B2CF9AE}" pid="5" name="LastSaved">
    <vt:filetime>2026-07-23T00:00:00Z</vt:filetime>
  </property>
  <property fmtid="{D5CDD505-2E9C-101B-9397-08002B2CF9AE}" pid="6" name="Producer">
    <vt:lpwstr>Canva</vt:lpwstr>
  </property>
</Properties>
</file>