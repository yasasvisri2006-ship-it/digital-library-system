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5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subabu Sambana" userId="74c35df8be80bf34" providerId="LiveId" clId="{C96B738E-D225-40B4-BE07-07D63F379CD9}"/>
    <pc:docChg chg="modSld">
      <pc:chgData name="Bosubabu Sambana" userId="74c35df8be80bf34" providerId="LiveId" clId="{C96B738E-D225-40B4-BE07-07D63F379CD9}" dt="2026-08-11T05:07:03.753" v="0" actId="1076"/>
      <pc:docMkLst>
        <pc:docMk/>
      </pc:docMkLst>
      <pc:sldChg chg="modSp mod">
        <pc:chgData name="Bosubabu Sambana" userId="74c35df8be80bf34" providerId="LiveId" clId="{C96B738E-D225-40B4-BE07-07D63F379CD9}" dt="2026-08-11T05:07:03.753" v="0" actId="1076"/>
        <pc:sldMkLst>
          <pc:docMk/>
          <pc:sldMk cId="0" sldId="257"/>
        </pc:sldMkLst>
        <pc:spChg chg="mod">
          <ac:chgData name="Bosubabu Sambana" userId="74c35df8be80bf34" providerId="LiveId" clId="{C96B738E-D225-40B4-BE07-07D63F379CD9}" dt="2026-08-11T05:07:03.753" v="0" actId="1076"/>
          <ac:spMkLst>
            <pc:docMk/>
            <pc:sldMk cId="0" sldId="257"/>
            <ac:spMk id="6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2" name="Shape 5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Shape 63"/>
          <p:cNvSpPr>
            <a:spLocks noGrp="1" noRot="1" noChangeAspect="1"/>
          </p:cNvSpPr>
          <p:nvPr>
            <p:ph type="sldImg" idx="2"/>
          </p:nvPr>
        </p:nvSpPr>
        <p:spPr>
          <a:xfrm>
            <a:off x="3813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4" name="Shape 64"/>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Shape 69"/>
          <p:cNvSpPr>
            <a:spLocks noGrp="1" noRot="1" noChangeAspect="1"/>
          </p:cNvSpPr>
          <p:nvPr>
            <p:ph type="sldImg" idx="2"/>
          </p:nvPr>
        </p:nvSpPr>
        <p:spPr>
          <a:xfrm>
            <a:off x="3813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0" name="Shape 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Shape 75"/>
          <p:cNvSpPr>
            <a:spLocks noGrp="1" noRot="1" noChangeAspect="1"/>
          </p:cNvSpPr>
          <p:nvPr>
            <p:ph type="sldImg" idx="2"/>
          </p:nvPr>
        </p:nvSpPr>
        <p:spPr>
          <a:xfrm>
            <a:off x="3813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6" name="Shape 76"/>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Shape 80"/>
          <p:cNvSpPr>
            <a:spLocks noGrp="1" noRot="1" noChangeAspect="1"/>
          </p:cNvSpPr>
          <p:nvPr>
            <p:ph type="sldImg" idx="2"/>
          </p:nvPr>
        </p:nvSpPr>
        <p:spPr>
          <a:xfrm>
            <a:off x="3813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1" name="Shape 81"/>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a:spLocks noGrp="1" noRot="1" noChangeAspect="1"/>
          </p:cNvSpPr>
          <p:nvPr>
            <p:ph type="sldImg" idx="2"/>
          </p:nvPr>
        </p:nvSpPr>
        <p:spPr>
          <a:xfrm>
            <a:off x="3813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8" name="Shape 88"/>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Shape 9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4" name="Shape 94"/>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Shape 100"/>
          <p:cNvSpPr>
            <a:spLocks noGrp="1" noRot="1" noChangeAspect="1"/>
          </p:cNvSpPr>
          <p:nvPr>
            <p:ph type="sldImg" idx="2"/>
          </p:nvPr>
        </p:nvSpPr>
        <p:spPr>
          <a:xfrm>
            <a:off x="3813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1" name="Shape 101"/>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Shape 106"/>
          <p:cNvSpPr>
            <a:spLocks noGrp="1" noRot="1" noChangeAspect="1"/>
          </p:cNvSpPr>
          <p:nvPr>
            <p:ph type="sldImg" idx="2"/>
          </p:nvPr>
        </p:nvSpPr>
        <p:spPr>
          <a:xfrm>
            <a:off x="3813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7" name="Shape 107"/>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3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3" name="Shape 11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600" cy="2052600"/>
          </a:xfrm>
          <a:prstGeom prst="rect">
            <a:avLst/>
          </a:prstGeom>
        </p:spPr>
        <p:txBody>
          <a:bodyPr lIns="91425" tIns="91425" rIns="91425" bIns="91425" anchor="b" anchorCtr="0"/>
          <a:lstStyle>
            <a:lvl1pPr lvl="0" algn="ctr">
              <a:spcBef>
                <a:spcPts val="0"/>
              </a:spcBef>
              <a:buSzPct val="100000"/>
              <a:defRPr sz="5200"/>
            </a:lvl1pPr>
            <a:lvl2pPr lvl="1" algn="ctr">
              <a:spcBef>
                <a:spcPts val="0"/>
              </a:spcBef>
              <a:buSzPct val="100000"/>
              <a:defRPr sz="5200"/>
            </a:lvl2pPr>
            <a:lvl3pPr lvl="2" algn="ctr">
              <a:spcBef>
                <a:spcPts val="0"/>
              </a:spcBef>
              <a:buSzPct val="100000"/>
              <a:defRPr sz="5200"/>
            </a:lvl3pPr>
            <a:lvl4pPr lvl="3" algn="ctr">
              <a:spcBef>
                <a:spcPts val="0"/>
              </a:spcBef>
              <a:buSzPct val="100000"/>
              <a:defRPr sz="5200"/>
            </a:lvl4pPr>
            <a:lvl5pPr lvl="4" algn="ctr">
              <a:spcBef>
                <a:spcPts val="0"/>
              </a:spcBef>
              <a:buSzPct val="100000"/>
              <a:defRPr sz="5200"/>
            </a:lvl5pPr>
            <a:lvl6pPr lvl="5" algn="ctr">
              <a:spcBef>
                <a:spcPts val="0"/>
              </a:spcBef>
              <a:buSzPct val="100000"/>
              <a:defRPr sz="5200"/>
            </a:lvl6pPr>
            <a:lvl7pPr lvl="6" algn="ctr">
              <a:spcBef>
                <a:spcPts val="0"/>
              </a:spcBef>
              <a:buSzPct val="100000"/>
              <a:defRPr sz="5200"/>
            </a:lvl7pPr>
            <a:lvl8pPr lvl="7" algn="ctr">
              <a:spcBef>
                <a:spcPts val="0"/>
              </a:spcBef>
              <a:buSzPct val="100000"/>
              <a:defRPr sz="5200"/>
            </a:lvl8pPr>
            <a:lvl9pPr lvl="8" algn="ctr">
              <a:spcBef>
                <a:spcPts val="0"/>
              </a:spcBef>
              <a:buSzPct val="100000"/>
              <a:defRPr sz="5200"/>
            </a:lvl9pPr>
          </a:lstStyle>
          <a:p>
            <a:endParaRPr/>
          </a:p>
        </p:txBody>
      </p:sp>
      <p:sp>
        <p:nvSpPr>
          <p:cNvPr id="11" name="Shape 11"/>
          <p:cNvSpPr txBox="1">
            <a:spLocks noGrp="1"/>
          </p:cNvSpPr>
          <p:nvPr>
            <p:ph type="subTitle" idx="1"/>
          </p:nvPr>
        </p:nvSpPr>
        <p:spPr>
          <a:xfrm>
            <a:off x="311700" y="2834125"/>
            <a:ext cx="8520600" cy="792600"/>
          </a:xfrm>
          <a:prstGeom prst="rect">
            <a:avLst/>
          </a:prstGeom>
        </p:spPr>
        <p:txBody>
          <a:bodyPr lIns="91425" tIns="91425" rIns="91425" bIns="91425" anchor="t" anchorCtr="0"/>
          <a:lstStyle>
            <a:lvl1pPr lvl="0" algn="ctr">
              <a:lnSpc>
                <a:spcPct val="100000"/>
              </a:lnSpc>
              <a:spcBef>
                <a:spcPts val="0"/>
              </a:spcBef>
              <a:spcAft>
                <a:spcPts val="0"/>
              </a:spcAft>
              <a:buSzPct val="100000"/>
              <a:buNone/>
              <a:defRPr sz="2800"/>
            </a:lvl1pPr>
            <a:lvl2pPr lvl="1" algn="ctr">
              <a:lnSpc>
                <a:spcPct val="100000"/>
              </a:lnSpc>
              <a:spcBef>
                <a:spcPts val="0"/>
              </a:spcBef>
              <a:spcAft>
                <a:spcPts val="0"/>
              </a:spcAft>
              <a:buSzPct val="100000"/>
              <a:buNone/>
              <a:defRPr sz="2800"/>
            </a:lvl2pPr>
            <a:lvl3pPr lvl="2" algn="ctr">
              <a:lnSpc>
                <a:spcPct val="100000"/>
              </a:lnSpc>
              <a:spcBef>
                <a:spcPts val="0"/>
              </a:spcBef>
              <a:spcAft>
                <a:spcPts val="0"/>
              </a:spcAft>
              <a:buSzPct val="100000"/>
              <a:buNone/>
              <a:defRPr sz="2800"/>
            </a:lvl3pPr>
            <a:lvl4pPr lvl="3" algn="ctr">
              <a:lnSpc>
                <a:spcPct val="100000"/>
              </a:lnSpc>
              <a:spcBef>
                <a:spcPts val="0"/>
              </a:spcBef>
              <a:spcAft>
                <a:spcPts val="0"/>
              </a:spcAft>
              <a:buSzPct val="100000"/>
              <a:buNone/>
              <a:defRPr sz="2800"/>
            </a:lvl4pPr>
            <a:lvl5pPr lvl="4" algn="ctr">
              <a:lnSpc>
                <a:spcPct val="100000"/>
              </a:lnSpc>
              <a:spcBef>
                <a:spcPts val="0"/>
              </a:spcBef>
              <a:spcAft>
                <a:spcPts val="0"/>
              </a:spcAft>
              <a:buSzPct val="100000"/>
              <a:buNone/>
              <a:defRPr sz="2800"/>
            </a:lvl5pPr>
            <a:lvl6pPr lvl="5" algn="ctr">
              <a:lnSpc>
                <a:spcPct val="100000"/>
              </a:lnSpc>
              <a:spcBef>
                <a:spcPts val="0"/>
              </a:spcBef>
              <a:spcAft>
                <a:spcPts val="0"/>
              </a:spcAft>
              <a:buSzPct val="100000"/>
              <a:buNone/>
              <a:defRPr sz="2800"/>
            </a:lvl6pPr>
            <a:lvl7pPr lvl="6" algn="ctr">
              <a:lnSpc>
                <a:spcPct val="100000"/>
              </a:lnSpc>
              <a:spcBef>
                <a:spcPts val="0"/>
              </a:spcBef>
              <a:spcAft>
                <a:spcPts val="0"/>
              </a:spcAft>
              <a:buSzPct val="100000"/>
              <a:buNone/>
              <a:defRPr sz="2800"/>
            </a:lvl7pPr>
            <a:lvl8pPr lvl="7" algn="ctr">
              <a:lnSpc>
                <a:spcPct val="100000"/>
              </a:lnSpc>
              <a:spcBef>
                <a:spcPts val="0"/>
              </a:spcBef>
              <a:spcAft>
                <a:spcPts val="0"/>
              </a:spcAft>
              <a:buSzPct val="100000"/>
              <a:buNone/>
              <a:defRPr sz="2800"/>
            </a:lvl8pPr>
            <a:lvl9pPr lvl="8" algn="ctr">
              <a:lnSpc>
                <a:spcPct val="100000"/>
              </a:lnSpc>
              <a:spcBef>
                <a:spcPts val="0"/>
              </a:spcBef>
              <a:spcAft>
                <a:spcPts val="0"/>
              </a:spcAft>
              <a:buSzPct val="100000"/>
              <a:buNone/>
              <a:defRPr sz="2800"/>
            </a:lvl9pPr>
          </a:lstStyle>
          <a:p>
            <a:endParaRPr/>
          </a:p>
        </p:txBody>
      </p:sp>
      <p:sp>
        <p:nvSpPr>
          <p:cNvPr id="12" name="Shape 12"/>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311700" y="2150850"/>
            <a:ext cx="8520600" cy="841800"/>
          </a:xfrm>
          <a:prstGeom prst="rect">
            <a:avLst/>
          </a:prstGeom>
        </p:spPr>
        <p:txBody>
          <a:bodyPr lIns="91425" tIns="91425" rIns="91425" bIns="91425" anchor="ctr" anchorCtr="0"/>
          <a:lstStyle>
            <a:lvl1pPr lvl="0" algn="ctr">
              <a:spcBef>
                <a:spcPts val="0"/>
              </a:spcBef>
              <a:buSzPct val="100000"/>
              <a:defRPr sz="3600"/>
            </a:lvl1pPr>
            <a:lvl2pPr lvl="1" algn="ctr">
              <a:spcBef>
                <a:spcPts val="0"/>
              </a:spcBef>
              <a:buSzPct val="100000"/>
              <a:defRPr sz="3600"/>
            </a:lvl2pPr>
            <a:lvl3pPr lvl="2" algn="ctr">
              <a:spcBef>
                <a:spcPts val="0"/>
              </a:spcBef>
              <a:buSzPct val="100000"/>
              <a:defRPr sz="3600"/>
            </a:lvl3pPr>
            <a:lvl4pPr lvl="3" algn="ctr">
              <a:spcBef>
                <a:spcPts val="0"/>
              </a:spcBef>
              <a:buSzPct val="100000"/>
              <a:defRPr sz="3600"/>
            </a:lvl4pPr>
            <a:lvl5pPr lvl="4" algn="ctr">
              <a:spcBef>
                <a:spcPts val="0"/>
              </a:spcBef>
              <a:buSzPct val="100000"/>
              <a:defRPr sz="3600"/>
            </a:lvl5pPr>
            <a:lvl6pPr lvl="5" algn="ctr">
              <a:spcBef>
                <a:spcPts val="0"/>
              </a:spcBef>
              <a:buSzPct val="100000"/>
              <a:defRPr sz="3600"/>
            </a:lvl6pPr>
            <a:lvl7pPr lvl="6" algn="ctr">
              <a:spcBef>
                <a:spcPts val="0"/>
              </a:spcBef>
              <a:buSzPct val="100000"/>
              <a:defRPr sz="3600"/>
            </a:lvl7pPr>
            <a:lvl8pPr lvl="7" algn="ctr">
              <a:spcBef>
                <a:spcPts val="0"/>
              </a:spcBef>
              <a:buSzPct val="100000"/>
              <a:defRPr sz="3600"/>
            </a:lvl8pPr>
            <a:lvl9pPr lvl="8" algn="ctr">
              <a:spcBef>
                <a:spcPts val="0"/>
              </a:spcBef>
              <a:buSzPct val="100000"/>
              <a:defRPr sz="3600"/>
            </a:lvl9pPr>
          </a:lstStyle>
          <a:p>
            <a:endParaRPr/>
          </a:p>
        </p:txBody>
      </p:sp>
      <p:sp>
        <p:nvSpPr>
          <p:cNvPr id="15" name="Shape 15"/>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11700" y="445025"/>
            <a:ext cx="8520600" cy="5727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18" name="Shape 18"/>
          <p:cNvSpPr txBox="1">
            <a:spLocks noGrp="1"/>
          </p:cNvSpPr>
          <p:nvPr>
            <p:ph type="body" idx="1"/>
          </p:nvPr>
        </p:nvSpPr>
        <p:spPr>
          <a:xfrm>
            <a:off x="311700" y="1152475"/>
            <a:ext cx="8520600" cy="34164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19" name="Shape 19"/>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0"/>
        <p:cNvGrpSpPr/>
        <p:nvPr/>
      </p:nvGrpSpPr>
      <p:grpSpPr>
        <a:xfrm>
          <a:off x="0" y="0"/>
          <a:ext cx="0" cy="0"/>
          <a:chOff x="0" y="0"/>
          <a:chExt cx="0" cy="0"/>
        </a:xfrm>
      </p:grpSpPr>
      <p:sp>
        <p:nvSpPr>
          <p:cNvPr id="21" name="Shape 21"/>
          <p:cNvSpPr txBox="1">
            <a:spLocks noGrp="1"/>
          </p:cNvSpPr>
          <p:nvPr>
            <p:ph type="title"/>
          </p:nvPr>
        </p:nvSpPr>
        <p:spPr>
          <a:xfrm>
            <a:off x="311700" y="445025"/>
            <a:ext cx="8520600" cy="5727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2" name="Shape 22"/>
          <p:cNvSpPr txBox="1">
            <a:spLocks noGrp="1"/>
          </p:cNvSpPr>
          <p:nvPr>
            <p:ph type="body" idx="1"/>
          </p:nvPr>
        </p:nvSpPr>
        <p:spPr>
          <a:xfrm>
            <a:off x="311700" y="1152475"/>
            <a:ext cx="3999900" cy="3416400"/>
          </a:xfrm>
          <a:prstGeom prst="rect">
            <a:avLst/>
          </a:prstGeom>
        </p:spPr>
        <p:txBody>
          <a:bodyPr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23" name="Shape 23"/>
          <p:cNvSpPr txBox="1">
            <a:spLocks noGrp="1"/>
          </p:cNvSpPr>
          <p:nvPr>
            <p:ph type="body" idx="2"/>
          </p:nvPr>
        </p:nvSpPr>
        <p:spPr>
          <a:xfrm>
            <a:off x="4832400" y="1152475"/>
            <a:ext cx="3999900" cy="3416400"/>
          </a:xfrm>
          <a:prstGeom prst="rect">
            <a:avLst/>
          </a:prstGeom>
        </p:spPr>
        <p:txBody>
          <a:bodyPr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24" name="Shape 24"/>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311700" y="445025"/>
            <a:ext cx="8520600" cy="5727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7" name="Shape 27"/>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0" y="555600"/>
            <a:ext cx="2808000" cy="755700"/>
          </a:xfrm>
          <a:prstGeom prst="rect">
            <a:avLst/>
          </a:prstGeom>
        </p:spPr>
        <p:txBody>
          <a:bodyPr lIns="91425" tIns="91425" rIns="91425" bIns="91425" anchor="b" anchorCtr="0"/>
          <a:lstStyle>
            <a:lvl1pPr lvl="0">
              <a:spcBef>
                <a:spcPts val="0"/>
              </a:spcBef>
              <a:buSzPct val="100000"/>
              <a:defRPr sz="2400"/>
            </a:lvl1pPr>
            <a:lvl2pPr lvl="1">
              <a:spcBef>
                <a:spcPts val="0"/>
              </a:spcBef>
              <a:buSzPct val="100000"/>
              <a:defRPr sz="2400"/>
            </a:lvl2pPr>
            <a:lvl3pPr lvl="2">
              <a:spcBef>
                <a:spcPts val="0"/>
              </a:spcBef>
              <a:buSzPct val="100000"/>
              <a:defRPr sz="2400"/>
            </a:lvl3pPr>
            <a:lvl4pPr lvl="3">
              <a:spcBef>
                <a:spcPts val="0"/>
              </a:spcBef>
              <a:buSzPct val="100000"/>
              <a:defRPr sz="2400"/>
            </a:lvl4pPr>
            <a:lvl5pPr lvl="4">
              <a:spcBef>
                <a:spcPts val="0"/>
              </a:spcBef>
              <a:buSzPct val="100000"/>
              <a:defRPr sz="2400"/>
            </a:lvl5pPr>
            <a:lvl6pPr lvl="5">
              <a:spcBef>
                <a:spcPts val="0"/>
              </a:spcBef>
              <a:buSzPct val="100000"/>
              <a:defRPr sz="2400"/>
            </a:lvl6pPr>
            <a:lvl7pPr lvl="6">
              <a:spcBef>
                <a:spcPts val="0"/>
              </a:spcBef>
              <a:buSzPct val="100000"/>
              <a:defRPr sz="2400"/>
            </a:lvl7pPr>
            <a:lvl8pPr lvl="7">
              <a:spcBef>
                <a:spcPts val="0"/>
              </a:spcBef>
              <a:buSzPct val="100000"/>
              <a:defRPr sz="2400"/>
            </a:lvl8pPr>
            <a:lvl9pPr lvl="8">
              <a:spcBef>
                <a:spcPts val="0"/>
              </a:spcBef>
              <a:buSzPct val="100000"/>
              <a:defRPr sz="2400"/>
            </a:lvl9pPr>
          </a:lstStyle>
          <a:p>
            <a:endParaRPr/>
          </a:p>
        </p:txBody>
      </p:sp>
      <p:sp>
        <p:nvSpPr>
          <p:cNvPr id="30" name="Shape 30"/>
          <p:cNvSpPr txBox="1">
            <a:spLocks noGrp="1"/>
          </p:cNvSpPr>
          <p:nvPr>
            <p:ph type="body" idx="1"/>
          </p:nvPr>
        </p:nvSpPr>
        <p:spPr>
          <a:xfrm>
            <a:off x="311700" y="1389600"/>
            <a:ext cx="2808000" cy="3179400"/>
          </a:xfrm>
          <a:prstGeom prst="rect">
            <a:avLst/>
          </a:prstGeom>
        </p:spPr>
        <p:txBody>
          <a:bodyPr lIns="91425" tIns="91425" rIns="91425" bIns="91425" anchor="t" anchorCtr="0"/>
          <a:lstStyle>
            <a:lvl1pPr lvl="0">
              <a:spcBef>
                <a:spcPts val="0"/>
              </a:spcBef>
              <a:buSzPct val="100000"/>
              <a:defRPr sz="12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31" name="Shape 31"/>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Main point">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490250" y="450150"/>
            <a:ext cx="6367800" cy="4090800"/>
          </a:xfrm>
          <a:prstGeom prst="rect">
            <a:avLst/>
          </a:prstGeom>
        </p:spPr>
        <p:txBody>
          <a:bodyPr lIns="91425" tIns="91425" rIns="91425" bIns="91425" anchor="ctr" anchorCtr="0"/>
          <a:lstStyle>
            <a:lvl1pPr lvl="0">
              <a:spcBef>
                <a:spcPts val="0"/>
              </a:spcBef>
              <a:buSzPct val="100000"/>
              <a:defRPr sz="4800"/>
            </a:lvl1pPr>
            <a:lvl2pPr lvl="1">
              <a:spcBef>
                <a:spcPts val="0"/>
              </a:spcBef>
              <a:buSzPct val="100000"/>
              <a:defRPr sz="4800"/>
            </a:lvl2pPr>
            <a:lvl3pPr lvl="2">
              <a:spcBef>
                <a:spcPts val="0"/>
              </a:spcBef>
              <a:buSzPct val="100000"/>
              <a:defRPr sz="4800"/>
            </a:lvl3pPr>
            <a:lvl4pPr lvl="3">
              <a:spcBef>
                <a:spcPts val="0"/>
              </a:spcBef>
              <a:buSzPct val="100000"/>
              <a:defRPr sz="4800"/>
            </a:lvl4pPr>
            <a:lvl5pPr lvl="4">
              <a:spcBef>
                <a:spcPts val="0"/>
              </a:spcBef>
              <a:buSzPct val="100000"/>
              <a:defRPr sz="4800"/>
            </a:lvl5pPr>
            <a:lvl6pPr lvl="5">
              <a:spcBef>
                <a:spcPts val="0"/>
              </a:spcBef>
              <a:buSzPct val="100000"/>
              <a:defRPr sz="4800"/>
            </a:lvl6pPr>
            <a:lvl7pPr lvl="6">
              <a:spcBef>
                <a:spcPts val="0"/>
              </a:spcBef>
              <a:buSzPct val="100000"/>
              <a:defRPr sz="4800"/>
            </a:lvl7pPr>
            <a:lvl8pPr lvl="7">
              <a:spcBef>
                <a:spcPts val="0"/>
              </a:spcBef>
              <a:buSzPct val="100000"/>
              <a:defRPr sz="4800"/>
            </a:lvl8pPr>
            <a:lvl9pPr lvl="8">
              <a:spcBef>
                <a:spcPts val="0"/>
              </a:spcBef>
              <a:buSzPct val="100000"/>
              <a:defRPr sz="4800"/>
            </a:lvl9pPr>
          </a:lstStyle>
          <a:p>
            <a:endParaRPr/>
          </a:p>
        </p:txBody>
      </p:sp>
      <p:sp>
        <p:nvSpPr>
          <p:cNvPr id="34" name="Shape 34"/>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35"/>
        <p:cNvGrpSpPr/>
        <p:nvPr/>
      </p:nvGrpSpPr>
      <p:grpSpPr>
        <a:xfrm>
          <a:off x="0" y="0"/>
          <a:ext cx="0" cy="0"/>
          <a:chOff x="0" y="0"/>
          <a:chExt cx="0" cy="0"/>
        </a:xfrm>
      </p:grpSpPr>
      <p:sp>
        <p:nvSpPr>
          <p:cNvPr id="36" name="Shape 36"/>
          <p:cNvSpPr/>
          <p:nvPr/>
        </p:nvSpPr>
        <p:spPr>
          <a:xfrm>
            <a:off x="4572000" y="-125"/>
            <a:ext cx="4572000" cy="5143500"/>
          </a:xfrm>
          <a:prstGeom prst="rect">
            <a:avLst/>
          </a:prstGeom>
          <a:solidFill>
            <a:schemeClr val="lt2"/>
          </a:solidFill>
          <a:ln>
            <a:noFill/>
          </a:ln>
        </p:spPr>
        <p:txBody>
          <a:bodyPr lIns="91425" tIns="91425" rIns="91425" bIns="91425" anchor="ctr" anchorCtr="0">
            <a:noAutofit/>
          </a:bodyPr>
          <a:lstStyle/>
          <a:p>
            <a:pPr lvl="0">
              <a:spcBef>
                <a:spcPts val="0"/>
              </a:spcBef>
              <a:buNone/>
            </a:pPr>
            <a:endParaRPr/>
          </a:p>
        </p:txBody>
      </p:sp>
      <p:sp>
        <p:nvSpPr>
          <p:cNvPr id="37" name="Shape 37"/>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a:spcBef>
                <a:spcPts val="0"/>
              </a:spcBef>
              <a:buSzPct val="100000"/>
              <a:defRPr sz="4200"/>
            </a:lvl1pPr>
            <a:lvl2pPr lvl="1" algn="ctr">
              <a:spcBef>
                <a:spcPts val="0"/>
              </a:spcBef>
              <a:buSzPct val="100000"/>
              <a:defRPr sz="4200"/>
            </a:lvl2pPr>
            <a:lvl3pPr lvl="2" algn="ctr">
              <a:spcBef>
                <a:spcPts val="0"/>
              </a:spcBef>
              <a:buSzPct val="100000"/>
              <a:defRPr sz="4200"/>
            </a:lvl3pPr>
            <a:lvl4pPr lvl="3" algn="ctr">
              <a:spcBef>
                <a:spcPts val="0"/>
              </a:spcBef>
              <a:buSzPct val="100000"/>
              <a:defRPr sz="4200"/>
            </a:lvl4pPr>
            <a:lvl5pPr lvl="4" algn="ctr">
              <a:spcBef>
                <a:spcPts val="0"/>
              </a:spcBef>
              <a:buSzPct val="100000"/>
              <a:defRPr sz="4200"/>
            </a:lvl5pPr>
            <a:lvl6pPr lvl="5" algn="ctr">
              <a:spcBef>
                <a:spcPts val="0"/>
              </a:spcBef>
              <a:buSzPct val="100000"/>
              <a:defRPr sz="4200"/>
            </a:lvl6pPr>
            <a:lvl7pPr lvl="6" algn="ctr">
              <a:spcBef>
                <a:spcPts val="0"/>
              </a:spcBef>
              <a:buSzPct val="100000"/>
              <a:defRPr sz="4200"/>
            </a:lvl7pPr>
            <a:lvl8pPr lvl="7" algn="ctr">
              <a:spcBef>
                <a:spcPts val="0"/>
              </a:spcBef>
              <a:buSzPct val="100000"/>
              <a:defRPr sz="4200"/>
            </a:lvl8pPr>
            <a:lvl9pPr lvl="8" algn="ctr">
              <a:spcBef>
                <a:spcPts val="0"/>
              </a:spcBef>
              <a:buSzPct val="100000"/>
              <a:defRPr sz="4200"/>
            </a:lvl9pPr>
          </a:lstStyle>
          <a:p>
            <a:endParaRPr/>
          </a:p>
        </p:txBody>
      </p:sp>
      <p:sp>
        <p:nvSpPr>
          <p:cNvPr id="38" name="Shape 38"/>
          <p:cNvSpPr txBox="1">
            <a:spLocks noGrp="1"/>
          </p:cNvSpPr>
          <p:nvPr>
            <p:ph type="subTitle" idx="1"/>
          </p:nvPr>
        </p:nvSpPr>
        <p:spPr>
          <a:xfrm>
            <a:off x="265500" y="2803075"/>
            <a:ext cx="4045200" cy="1235100"/>
          </a:xfrm>
          <a:prstGeom prst="rect">
            <a:avLst/>
          </a:prstGeom>
        </p:spPr>
        <p:txBody>
          <a:bodyPr lIns="91425" tIns="91425" rIns="91425" bIns="91425" anchor="t" anchorCtr="0"/>
          <a:lstStyle>
            <a:lvl1pPr lvl="0" algn="ctr">
              <a:lnSpc>
                <a:spcPct val="100000"/>
              </a:lnSpc>
              <a:spcBef>
                <a:spcPts val="0"/>
              </a:spcBef>
              <a:spcAft>
                <a:spcPts val="0"/>
              </a:spcAft>
              <a:buSzPct val="100000"/>
              <a:buNone/>
              <a:defRPr sz="2100"/>
            </a:lvl1pPr>
            <a:lvl2pPr lvl="1" algn="ctr">
              <a:lnSpc>
                <a:spcPct val="100000"/>
              </a:lnSpc>
              <a:spcBef>
                <a:spcPts val="0"/>
              </a:spcBef>
              <a:spcAft>
                <a:spcPts val="0"/>
              </a:spcAft>
              <a:buSzPct val="100000"/>
              <a:buNone/>
              <a:defRPr sz="2100"/>
            </a:lvl2pPr>
            <a:lvl3pPr lvl="2" algn="ctr">
              <a:lnSpc>
                <a:spcPct val="100000"/>
              </a:lnSpc>
              <a:spcBef>
                <a:spcPts val="0"/>
              </a:spcBef>
              <a:spcAft>
                <a:spcPts val="0"/>
              </a:spcAft>
              <a:buSzPct val="100000"/>
              <a:buNone/>
              <a:defRPr sz="2100"/>
            </a:lvl3pPr>
            <a:lvl4pPr lvl="3" algn="ctr">
              <a:lnSpc>
                <a:spcPct val="100000"/>
              </a:lnSpc>
              <a:spcBef>
                <a:spcPts val="0"/>
              </a:spcBef>
              <a:spcAft>
                <a:spcPts val="0"/>
              </a:spcAft>
              <a:buSzPct val="100000"/>
              <a:buNone/>
              <a:defRPr sz="2100"/>
            </a:lvl4pPr>
            <a:lvl5pPr lvl="4" algn="ctr">
              <a:lnSpc>
                <a:spcPct val="100000"/>
              </a:lnSpc>
              <a:spcBef>
                <a:spcPts val="0"/>
              </a:spcBef>
              <a:spcAft>
                <a:spcPts val="0"/>
              </a:spcAft>
              <a:buSzPct val="100000"/>
              <a:buNone/>
              <a:defRPr sz="2100"/>
            </a:lvl5pPr>
            <a:lvl6pPr lvl="5" algn="ctr">
              <a:lnSpc>
                <a:spcPct val="100000"/>
              </a:lnSpc>
              <a:spcBef>
                <a:spcPts val="0"/>
              </a:spcBef>
              <a:spcAft>
                <a:spcPts val="0"/>
              </a:spcAft>
              <a:buSzPct val="100000"/>
              <a:buNone/>
              <a:defRPr sz="2100"/>
            </a:lvl6pPr>
            <a:lvl7pPr lvl="6" algn="ctr">
              <a:lnSpc>
                <a:spcPct val="100000"/>
              </a:lnSpc>
              <a:spcBef>
                <a:spcPts val="0"/>
              </a:spcBef>
              <a:spcAft>
                <a:spcPts val="0"/>
              </a:spcAft>
              <a:buSzPct val="100000"/>
              <a:buNone/>
              <a:defRPr sz="2100"/>
            </a:lvl7pPr>
            <a:lvl8pPr lvl="7" algn="ctr">
              <a:lnSpc>
                <a:spcPct val="100000"/>
              </a:lnSpc>
              <a:spcBef>
                <a:spcPts val="0"/>
              </a:spcBef>
              <a:spcAft>
                <a:spcPts val="0"/>
              </a:spcAft>
              <a:buSzPct val="100000"/>
              <a:buNone/>
              <a:defRPr sz="2100"/>
            </a:lvl8pPr>
            <a:lvl9pPr lvl="8" algn="ctr">
              <a:lnSpc>
                <a:spcPct val="100000"/>
              </a:lnSpc>
              <a:spcBef>
                <a:spcPts val="0"/>
              </a:spcBef>
              <a:spcAft>
                <a:spcPts val="0"/>
              </a:spcAft>
              <a:buSzPct val="100000"/>
              <a:buNone/>
              <a:defRPr sz="2100"/>
            </a:lvl9pPr>
          </a:lstStyle>
          <a:p>
            <a:endParaRPr/>
          </a:p>
        </p:txBody>
      </p:sp>
      <p:sp>
        <p:nvSpPr>
          <p:cNvPr id="39" name="Shape 39"/>
          <p:cNvSpPr txBox="1">
            <a:spLocks noGrp="1"/>
          </p:cNvSpPr>
          <p:nvPr>
            <p:ph type="body" idx="2"/>
          </p:nvPr>
        </p:nvSpPr>
        <p:spPr>
          <a:xfrm>
            <a:off x="4939500" y="724075"/>
            <a:ext cx="3837000" cy="3695100"/>
          </a:xfrm>
          <a:prstGeom prst="rect">
            <a:avLst/>
          </a:prstGeom>
        </p:spPr>
        <p:txBody>
          <a:bodyPr lIns="91425" tIns="91425" rIns="91425" bIns="91425" anchor="ctr"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0" name="Shape 40"/>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
    <p:spTree>
      <p:nvGrpSpPr>
        <p:cNvPr id="1" name="Shape 41"/>
        <p:cNvGrpSpPr/>
        <p:nvPr/>
      </p:nvGrpSpPr>
      <p:grpSpPr>
        <a:xfrm>
          <a:off x="0" y="0"/>
          <a:ext cx="0" cy="0"/>
          <a:chOff x="0" y="0"/>
          <a:chExt cx="0" cy="0"/>
        </a:xfrm>
      </p:grpSpPr>
      <p:sp>
        <p:nvSpPr>
          <p:cNvPr id="42" name="Shape 42"/>
          <p:cNvSpPr txBox="1">
            <a:spLocks noGrp="1"/>
          </p:cNvSpPr>
          <p:nvPr>
            <p:ph type="body" idx="1"/>
          </p:nvPr>
        </p:nvSpPr>
        <p:spPr>
          <a:xfrm>
            <a:off x="311700" y="4230575"/>
            <a:ext cx="5998800" cy="605100"/>
          </a:xfrm>
          <a:prstGeom prst="rect">
            <a:avLst/>
          </a:prstGeom>
        </p:spPr>
        <p:txBody>
          <a:bodyPr lIns="91425" tIns="91425" rIns="91425" bIns="91425" anchor="ctr" anchorCtr="0"/>
          <a:lstStyle>
            <a:lvl1pPr lvl="0">
              <a:lnSpc>
                <a:spcPct val="100000"/>
              </a:lnSpc>
              <a:spcBef>
                <a:spcPts val="0"/>
              </a:spcBef>
              <a:spcAft>
                <a:spcPts val="0"/>
              </a:spcAft>
              <a:buNone/>
              <a:defRPr/>
            </a:lvl1pPr>
          </a:lstStyle>
          <a:p>
            <a:endParaRPr/>
          </a:p>
        </p:txBody>
      </p:sp>
      <p:sp>
        <p:nvSpPr>
          <p:cNvPr id="43" name="Shape 43"/>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 number">
    <p:spTree>
      <p:nvGrpSpPr>
        <p:cNvPr id="1" name="Shape 44"/>
        <p:cNvGrpSpPr/>
        <p:nvPr/>
      </p:nvGrpSpPr>
      <p:grpSpPr>
        <a:xfrm>
          <a:off x="0" y="0"/>
          <a:ext cx="0" cy="0"/>
          <a:chOff x="0" y="0"/>
          <a:chExt cx="0" cy="0"/>
        </a:xfrm>
      </p:grpSpPr>
      <p:sp>
        <p:nvSpPr>
          <p:cNvPr id="45" name="Shape 45"/>
          <p:cNvSpPr txBox="1">
            <a:spLocks noGrp="1"/>
          </p:cNvSpPr>
          <p:nvPr>
            <p:ph type="title"/>
          </p:nvPr>
        </p:nvSpPr>
        <p:spPr>
          <a:xfrm>
            <a:off x="311700" y="1106125"/>
            <a:ext cx="8520600" cy="1963500"/>
          </a:xfrm>
          <a:prstGeom prst="rect">
            <a:avLst/>
          </a:prstGeom>
        </p:spPr>
        <p:txBody>
          <a:bodyPr lIns="91425" tIns="91425" rIns="91425" bIns="91425" anchor="b" anchorCtr="0"/>
          <a:lstStyle>
            <a:lvl1pPr lvl="0" algn="ctr">
              <a:spcBef>
                <a:spcPts val="0"/>
              </a:spcBef>
              <a:buSzPct val="100000"/>
              <a:defRPr sz="12000"/>
            </a:lvl1pPr>
            <a:lvl2pPr lvl="1" algn="ctr">
              <a:spcBef>
                <a:spcPts val="0"/>
              </a:spcBef>
              <a:buSzPct val="100000"/>
              <a:defRPr sz="12000"/>
            </a:lvl2pPr>
            <a:lvl3pPr lvl="2" algn="ctr">
              <a:spcBef>
                <a:spcPts val="0"/>
              </a:spcBef>
              <a:buSzPct val="100000"/>
              <a:defRPr sz="12000"/>
            </a:lvl3pPr>
            <a:lvl4pPr lvl="3" algn="ctr">
              <a:spcBef>
                <a:spcPts val="0"/>
              </a:spcBef>
              <a:buSzPct val="100000"/>
              <a:defRPr sz="12000"/>
            </a:lvl4pPr>
            <a:lvl5pPr lvl="4" algn="ctr">
              <a:spcBef>
                <a:spcPts val="0"/>
              </a:spcBef>
              <a:buSzPct val="100000"/>
              <a:defRPr sz="12000"/>
            </a:lvl5pPr>
            <a:lvl6pPr lvl="5" algn="ctr">
              <a:spcBef>
                <a:spcPts val="0"/>
              </a:spcBef>
              <a:buSzPct val="100000"/>
              <a:defRPr sz="12000"/>
            </a:lvl6pPr>
            <a:lvl7pPr lvl="6" algn="ctr">
              <a:spcBef>
                <a:spcPts val="0"/>
              </a:spcBef>
              <a:buSzPct val="100000"/>
              <a:defRPr sz="12000"/>
            </a:lvl7pPr>
            <a:lvl8pPr lvl="7" algn="ctr">
              <a:spcBef>
                <a:spcPts val="0"/>
              </a:spcBef>
              <a:buSzPct val="100000"/>
              <a:defRPr sz="12000"/>
            </a:lvl8pPr>
            <a:lvl9pPr lvl="8" algn="ctr">
              <a:spcBef>
                <a:spcPts val="0"/>
              </a:spcBef>
              <a:buSzPct val="100000"/>
              <a:defRPr sz="12000"/>
            </a:lvl9pPr>
          </a:lstStyle>
          <a:p>
            <a:endParaRPr/>
          </a:p>
        </p:txBody>
      </p:sp>
      <p:sp>
        <p:nvSpPr>
          <p:cNvPr id="46" name="Shape 46"/>
          <p:cNvSpPr txBox="1">
            <a:spLocks noGrp="1"/>
          </p:cNvSpPr>
          <p:nvPr>
            <p:ph type="body" idx="1"/>
          </p:nvPr>
        </p:nvSpPr>
        <p:spPr>
          <a:xfrm>
            <a:off x="311700" y="3152225"/>
            <a:ext cx="8520600" cy="1300800"/>
          </a:xfrm>
          <a:prstGeom prst="rect">
            <a:avLst/>
          </a:prstGeom>
        </p:spPr>
        <p:txBody>
          <a:bodyPr lIns="91425" tIns="91425" rIns="91425" bIns="91425" anchor="t" anchorCtr="0"/>
          <a:lstStyle>
            <a:lvl1pPr lvl="0" algn="ctr">
              <a:spcBef>
                <a:spcPts val="0"/>
              </a:spcBef>
              <a:defRPr/>
            </a:lvl1pPr>
            <a:lvl2pPr lvl="1" algn="ctr">
              <a:spcBef>
                <a:spcPts val="0"/>
              </a:spcBef>
              <a:defRPr/>
            </a:lvl2pPr>
            <a:lvl3pPr lvl="2" algn="ctr">
              <a:spcBef>
                <a:spcPts val="0"/>
              </a:spcBef>
              <a:defRPr/>
            </a:lvl3pPr>
            <a:lvl4pPr lvl="3" algn="ctr">
              <a:spcBef>
                <a:spcPts val="0"/>
              </a:spcBef>
              <a:defRPr/>
            </a:lvl4pPr>
            <a:lvl5pPr lvl="4" algn="ctr">
              <a:spcBef>
                <a:spcPts val="0"/>
              </a:spcBef>
              <a:defRPr/>
            </a:lvl5pPr>
            <a:lvl6pPr lvl="5" algn="ctr">
              <a:spcBef>
                <a:spcPts val="0"/>
              </a:spcBef>
              <a:defRPr/>
            </a:lvl6pPr>
            <a:lvl7pPr lvl="6" algn="ctr">
              <a:spcBef>
                <a:spcPts val="0"/>
              </a:spcBef>
              <a:defRPr/>
            </a:lvl7pPr>
            <a:lvl8pPr lvl="7" algn="ctr">
              <a:spcBef>
                <a:spcPts val="0"/>
              </a:spcBef>
              <a:defRPr/>
            </a:lvl8pPr>
            <a:lvl9pPr lvl="8" algn="ctr">
              <a:spcBef>
                <a:spcPts val="0"/>
              </a:spcBef>
              <a:defRPr/>
            </a:lvl9pPr>
          </a:lstStyle>
          <a:p>
            <a:endParaRPr/>
          </a:p>
        </p:txBody>
      </p:sp>
      <p:sp>
        <p:nvSpPr>
          <p:cNvPr id="47" name="Shape 47"/>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48"/>
        <p:cNvGrpSpPr/>
        <p:nvPr/>
      </p:nvGrpSpPr>
      <p:grpSpPr>
        <a:xfrm>
          <a:off x="0" y="0"/>
          <a:ext cx="0" cy="0"/>
          <a:chOff x="0" y="0"/>
          <a:chExt cx="0" cy="0"/>
        </a:xfrm>
      </p:grpSpPr>
      <p:sp>
        <p:nvSpPr>
          <p:cNvPr id="49" name="Shape 49"/>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445025"/>
            <a:ext cx="8520600" cy="572700"/>
          </a:xfrm>
          <a:prstGeom prst="rect">
            <a:avLst/>
          </a:prstGeom>
          <a:noFill/>
          <a:ln>
            <a:noFill/>
          </a:ln>
        </p:spPr>
        <p:txBody>
          <a:bodyPr lIns="91425" tIns="91425" rIns="91425" bIns="91425" anchor="t" anchorCtr="0"/>
          <a:lstStyle>
            <a:lvl1pPr lvl="0">
              <a:spcBef>
                <a:spcPts val="0"/>
              </a:spcBef>
              <a:buClr>
                <a:schemeClr val="dk1"/>
              </a:buClr>
              <a:buSzPct val="100000"/>
              <a:buNone/>
              <a:defRPr sz="2800">
                <a:solidFill>
                  <a:schemeClr val="dk1"/>
                </a:solidFill>
              </a:defRPr>
            </a:lvl1pPr>
            <a:lvl2pPr lvl="1">
              <a:spcBef>
                <a:spcPts val="0"/>
              </a:spcBef>
              <a:buClr>
                <a:schemeClr val="dk1"/>
              </a:buClr>
              <a:buSzPct val="100000"/>
              <a:buNone/>
              <a:defRPr sz="2800">
                <a:solidFill>
                  <a:schemeClr val="dk1"/>
                </a:solidFill>
              </a:defRPr>
            </a:lvl2pPr>
            <a:lvl3pPr lvl="2">
              <a:spcBef>
                <a:spcPts val="0"/>
              </a:spcBef>
              <a:buClr>
                <a:schemeClr val="dk1"/>
              </a:buClr>
              <a:buSzPct val="100000"/>
              <a:buNone/>
              <a:defRPr sz="2800">
                <a:solidFill>
                  <a:schemeClr val="dk1"/>
                </a:solidFill>
              </a:defRPr>
            </a:lvl3pPr>
            <a:lvl4pPr lvl="3">
              <a:spcBef>
                <a:spcPts val="0"/>
              </a:spcBef>
              <a:buClr>
                <a:schemeClr val="dk1"/>
              </a:buClr>
              <a:buSzPct val="100000"/>
              <a:buNone/>
              <a:defRPr sz="2800">
                <a:solidFill>
                  <a:schemeClr val="dk1"/>
                </a:solidFill>
              </a:defRPr>
            </a:lvl4pPr>
            <a:lvl5pPr lvl="4">
              <a:spcBef>
                <a:spcPts val="0"/>
              </a:spcBef>
              <a:buClr>
                <a:schemeClr val="dk1"/>
              </a:buClr>
              <a:buSzPct val="100000"/>
              <a:buNone/>
              <a:defRPr sz="2800">
                <a:solidFill>
                  <a:schemeClr val="dk1"/>
                </a:solidFill>
              </a:defRPr>
            </a:lvl5pPr>
            <a:lvl6pPr lvl="5">
              <a:spcBef>
                <a:spcPts val="0"/>
              </a:spcBef>
              <a:buClr>
                <a:schemeClr val="dk1"/>
              </a:buClr>
              <a:buSzPct val="100000"/>
              <a:buNone/>
              <a:defRPr sz="2800">
                <a:solidFill>
                  <a:schemeClr val="dk1"/>
                </a:solidFill>
              </a:defRPr>
            </a:lvl6pPr>
            <a:lvl7pPr lvl="6">
              <a:spcBef>
                <a:spcPts val="0"/>
              </a:spcBef>
              <a:buClr>
                <a:schemeClr val="dk1"/>
              </a:buClr>
              <a:buSzPct val="100000"/>
              <a:buNone/>
              <a:defRPr sz="2800">
                <a:solidFill>
                  <a:schemeClr val="dk1"/>
                </a:solidFill>
              </a:defRPr>
            </a:lvl7pPr>
            <a:lvl8pPr lvl="7">
              <a:spcBef>
                <a:spcPts val="0"/>
              </a:spcBef>
              <a:buClr>
                <a:schemeClr val="dk1"/>
              </a:buClr>
              <a:buSzPct val="100000"/>
              <a:buNone/>
              <a:defRPr sz="2800">
                <a:solidFill>
                  <a:schemeClr val="dk1"/>
                </a:solidFill>
              </a:defRPr>
            </a:lvl8pPr>
            <a:lvl9pPr lvl="8">
              <a:spcBef>
                <a:spcPts val="0"/>
              </a:spcBef>
              <a:buClr>
                <a:schemeClr val="dk1"/>
              </a:buClr>
              <a:buSzPct val="100000"/>
              <a:buNone/>
              <a:defRPr sz="2800">
                <a:solidFill>
                  <a:schemeClr val="dk1"/>
                </a:solidFill>
              </a:defRPr>
            </a:lvl9pPr>
          </a:lstStyle>
          <a:p>
            <a:endParaRPr/>
          </a:p>
        </p:txBody>
      </p:sp>
      <p:sp>
        <p:nvSpPr>
          <p:cNvPr id="7" name="Shape 7"/>
          <p:cNvSpPr txBox="1">
            <a:spLocks noGrp="1"/>
          </p:cNvSpPr>
          <p:nvPr>
            <p:ph type="body" idx="1"/>
          </p:nvPr>
        </p:nvSpPr>
        <p:spPr>
          <a:xfrm>
            <a:off x="311700" y="1152475"/>
            <a:ext cx="8520600" cy="3416400"/>
          </a:xfrm>
          <a:prstGeom prst="rect">
            <a:avLst/>
          </a:prstGeom>
          <a:noFill/>
          <a:ln>
            <a:noFill/>
          </a:ln>
        </p:spPr>
        <p:txBody>
          <a:bodyPr lIns="91425" tIns="91425" rIns="91425" bIns="91425" anchor="t" anchorCtr="0"/>
          <a:lstStyle>
            <a:lvl1pPr lvl="0">
              <a:lnSpc>
                <a:spcPct val="115000"/>
              </a:lnSpc>
              <a:spcBef>
                <a:spcPts val="0"/>
              </a:spcBef>
              <a:spcAft>
                <a:spcPts val="1600"/>
              </a:spcAft>
              <a:buClr>
                <a:schemeClr val="dk2"/>
              </a:buClr>
              <a:buSzPct val="100000"/>
              <a:defRPr sz="1800">
                <a:solidFill>
                  <a:schemeClr val="dk2"/>
                </a:solidFill>
              </a:defRPr>
            </a:lvl1pPr>
            <a:lvl2pPr lvl="1">
              <a:lnSpc>
                <a:spcPct val="115000"/>
              </a:lnSpc>
              <a:spcBef>
                <a:spcPts val="0"/>
              </a:spcBef>
              <a:spcAft>
                <a:spcPts val="1600"/>
              </a:spcAft>
              <a:buClr>
                <a:schemeClr val="dk2"/>
              </a:buClr>
              <a:defRPr>
                <a:solidFill>
                  <a:schemeClr val="dk2"/>
                </a:solidFill>
              </a:defRPr>
            </a:lvl2pPr>
            <a:lvl3pPr lvl="2">
              <a:lnSpc>
                <a:spcPct val="115000"/>
              </a:lnSpc>
              <a:spcBef>
                <a:spcPts val="0"/>
              </a:spcBef>
              <a:spcAft>
                <a:spcPts val="1600"/>
              </a:spcAft>
              <a:buClr>
                <a:schemeClr val="dk2"/>
              </a:buClr>
              <a:defRPr>
                <a:solidFill>
                  <a:schemeClr val="dk2"/>
                </a:solidFill>
              </a:defRPr>
            </a:lvl3pPr>
            <a:lvl4pPr lvl="3">
              <a:lnSpc>
                <a:spcPct val="115000"/>
              </a:lnSpc>
              <a:spcBef>
                <a:spcPts val="0"/>
              </a:spcBef>
              <a:spcAft>
                <a:spcPts val="1600"/>
              </a:spcAft>
              <a:buClr>
                <a:schemeClr val="dk2"/>
              </a:buClr>
              <a:defRPr>
                <a:solidFill>
                  <a:schemeClr val="dk2"/>
                </a:solidFill>
              </a:defRPr>
            </a:lvl4pPr>
            <a:lvl5pPr lvl="4">
              <a:lnSpc>
                <a:spcPct val="115000"/>
              </a:lnSpc>
              <a:spcBef>
                <a:spcPts val="0"/>
              </a:spcBef>
              <a:spcAft>
                <a:spcPts val="1600"/>
              </a:spcAft>
              <a:buClr>
                <a:schemeClr val="dk2"/>
              </a:buClr>
              <a:defRPr>
                <a:solidFill>
                  <a:schemeClr val="dk2"/>
                </a:solidFill>
              </a:defRPr>
            </a:lvl5pPr>
            <a:lvl6pPr lvl="5">
              <a:lnSpc>
                <a:spcPct val="115000"/>
              </a:lnSpc>
              <a:spcBef>
                <a:spcPts val="0"/>
              </a:spcBef>
              <a:spcAft>
                <a:spcPts val="1600"/>
              </a:spcAft>
              <a:buClr>
                <a:schemeClr val="dk2"/>
              </a:buClr>
              <a:defRPr>
                <a:solidFill>
                  <a:schemeClr val="dk2"/>
                </a:solidFill>
              </a:defRPr>
            </a:lvl6pPr>
            <a:lvl7pPr lvl="6">
              <a:lnSpc>
                <a:spcPct val="115000"/>
              </a:lnSpc>
              <a:spcBef>
                <a:spcPts val="0"/>
              </a:spcBef>
              <a:spcAft>
                <a:spcPts val="1600"/>
              </a:spcAft>
              <a:buClr>
                <a:schemeClr val="dk2"/>
              </a:buClr>
              <a:defRPr>
                <a:solidFill>
                  <a:schemeClr val="dk2"/>
                </a:solidFill>
              </a:defRPr>
            </a:lvl7pPr>
            <a:lvl8pPr lvl="7">
              <a:lnSpc>
                <a:spcPct val="115000"/>
              </a:lnSpc>
              <a:spcBef>
                <a:spcPts val="0"/>
              </a:spcBef>
              <a:spcAft>
                <a:spcPts val="1600"/>
              </a:spcAft>
              <a:buClr>
                <a:schemeClr val="dk2"/>
              </a:buClr>
              <a:defRPr>
                <a:solidFill>
                  <a:schemeClr val="dk2"/>
                </a:solidFill>
              </a:defRPr>
            </a:lvl8pPr>
            <a:lvl9pPr lvl="8">
              <a:lnSpc>
                <a:spcPct val="115000"/>
              </a:lnSpc>
              <a:spcBef>
                <a:spcPts val="0"/>
              </a:spcBef>
              <a:spcAft>
                <a:spcPts val="1600"/>
              </a:spcAft>
              <a:buClr>
                <a:schemeClr val="dk2"/>
              </a:buClr>
              <a:defRPr>
                <a:solidFill>
                  <a:schemeClr val="dk2"/>
                </a:solidFill>
              </a:defRPr>
            </a:lvl9pPr>
          </a:lstStyle>
          <a:p>
            <a:endParaRPr/>
          </a:p>
        </p:txBody>
      </p:sp>
      <p:sp>
        <p:nvSpPr>
          <p:cNvPr id="8" name="Shape 8"/>
          <p:cNvSpPr txBox="1">
            <a:spLocks noGrp="1"/>
          </p:cNvSpPr>
          <p:nvPr>
            <p:ph type="sldNum" idx="12"/>
          </p:nvPr>
        </p:nvSpPr>
        <p:spPr>
          <a:xfrm>
            <a:off x="8472457" y="4663216"/>
            <a:ext cx="548700" cy="393600"/>
          </a:xfrm>
          <a:prstGeom prst="rect">
            <a:avLst/>
          </a:prstGeom>
          <a:noFill/>
          <a:ln>
            <a:noFill/>
          </a:ln>
        </p:spPr>
        <p:txBody>
          <a:bodyPr lIns="91425" tIns="91425" rIns="91425" bIns="91425" anchor="ctr" anchorCtr="0">
            <a:noAutofit/>
          </a:bodyPr>
          <a:lstStyle/>
          <a:p>
            <a:pPr lvl="0" algn="r">
              <a:spcBef>
                <a:spcPts val="0"/>
              </a:spcBef>
              <a:buNone/>
            </a:pPr>
            <a:fld id="{00000000-1234-1234-1234-123412341234}" type="slidenum">
              <a:rPr lang="en" sz="1000">
                <a:solidFill>
                  <a:schemeClr val="dk2"/>
                </a:solidFill>
              </a:rPr>
              <a:t>‹#›</a:t>
            </a:fld>
            <a:endParaRPr lang="en" sz="1000">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Shape 54"/>
          <p:cNvSpPr txBox="1">
            <a:spLocks noGrp="1"/>
          </p:cNvSpPr>
          <p:nvPr>
            <p:ph type="ctrTitle"/>
          </p:nvPr>
        </p:nvSpPr>
        <p:spPr>
          <a:xfrm>
            <a:off x="311708" y="480525"/>
            <a:ext cx="8520600" cy="2052600"/>
          </a:xfrm>
          <a:prstGeom prst="rect">
            <a:avLst/>
          </a:prstGeom>
        </p:spPr>
        <p:txBody>
          <a:bodyPr lIns="91425" tIns="91425" rIns="91425" bIns="91425" anchor="b" anchorCtr="0">
            <a:noAutofit/>
          </a:bodyPr>
          <a:lstStyle/>
          <a:p>
            <a:pPr lvl="0">
              <a:spcBef>
                <a:spcPts val="0"/>
              </a:spcBef>
              <a:buNone/>
            </a:pPr>
            <a:r>
              <a:rPr lang="en" b="1" dirty="0">
                <a:solidFill>
                  <a:srgbClr val="0070C0"/>
                </a:solidFill>
                <a:effectLst>
                  <a:outerShdw blurRad="38100" dist="38100" dir="2700000" algn="tl">
                    <a:srgbClr val="000000">
                      <a:alpha val="43137"/>
                    </a:srgbClr>
                  </a:outerShdw>
                </a:effectLst>
              </a:rPr>
              <a:t>User Retention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Shape 60"/>
          <p:cNvSpPr txBox="1">
            <a:spLocks noGrp="1"/>
          </p:cNvSpPr>
          <p:nvPr>
            <p:ph type="title"/>
          </p:nvPr>
        </p:nvSpPr>
        <p:spPr>
          <a:xfrm>
            <a:off x="311700" y="454800"/>
            <a:ext cx="8520600" cy="572700"/>
          </a:xfrm>
          <a:prstGeom prst="rect">
            <a:avLst/>
          </a:prstGeom>
        </p:spPr>
        <p:txBody>
          <a:bodyPr lIns="91425" tIns="91425" rIns="91425" bIns="91425" anchor="t" anchorCtr="0">
            <a:noAutofit/>
          </a:bodyPr>
          <a:lstStyle/>
          <a:p>
            <a:pPr lvl="0">
              <a:spcBef>
                <a:spcPts val="0"/>
              </a:spcBef>
              <a:buNone/>
            </a:pPr>
            <a:r>
              <a:rPr lang="en"/>
              <a:t>The problems</a:t>
            </a:r>
          </a:p>
          <a:p>
            <a:pPr lvl="0">
              <a:spcBef>
                <a:spcPts val="0"/>
              </a:spcBef>
              <a:buNone/>
            </a:pPr>
            <a:endParaRPr/>
          </a:p>
        </p:txBody>
      </p:sp>
      <p:sp>
        <p:nvSpPr>
          <p:cNvPr id="61" name="Shape 61"/>
          <p:cNvSpPr txBox="1">
            <a:spLocks noGrp="1"/>
          </p:cNvSpPr>
          <p:nvPr>
            <p:ph type="body" idx="1"/>
          </p:nvPr>
        </p:nvSpPr>
        <p:spPr>
          <a:xfrm>
            <a:off x="252065" y="1272300"/>
            <a:ext cx="8520600" cy="3416400"/>
          </a:xfrm>
          <a:prstGeom prst="rect">
            <a:avLst/>
          </a:prstGeom>
        </p:spPr>
        <p:txBody>
          <a:bodyPr lIns="91425" tIns="91425" rIns="91425" bIns="91425" anchor="t" anchorCtr="0">
            <a:noAutofit/>
          </a:bodyPr>
          <a:lstStyle/>
          <a:p>
            <a:pPr marL="457200" lvl="0" indent="-228600" rtl="0">
              <a:spcBef>
                <a:spcPts val="0"/>
              </a:spcBef>
              <a:buChar char="-"/>
            </a:pPr>
            <a:r>
              <a:rPr lang="en" dirty="0"/>
              <a:t>Most marketers and product managers only care about growth</a:t>
            </a:r>
          </a:p>
          <a:p>
            <a:pPr marL="457200" lvl="0" indent="-228600" rtl="0">
              <a:spcBef>
                <a:spcPts val="0"/>
              </a:spcBef>
              <a:buChar char="-"/>
            </a:pPr>
            <a:r>
              <a:rPr lang="en" dirty="0"/>
              <a:t>Companies capture an email and stop there.</a:t>
            </a:r>
          </a:p>
          <a:p>
            <a:pPr marL="457200" lvl="0" indent="-228600" rtl="0">
              <a:spcBef>
                <a:spcPts val="0"/>
              </a:spcBef>
              <a:buChar char="-"/>
            </a:pPr>
            <a:r>
              <a:rPr lang="en" dirty="0"/>
              <a:t>Focus too much on lead magnets and opt-ins</a:t>
            </a:r>
          </a:p>
          <a:p>
            <a:pPr marL="457200" lvl="0" indent="-228600" rtl="0">
              <a:spcBef>
                <a:spcPts val="0"/>
              </a:spcBef>
              <a:buChar char="-"/>
            </a:pPr>
            <a:r>
              <a:rPr lang="en" dirty="0"/>
              <a:t>Companies aren’t speaking with their customers</a:t>
            </a:r>
          </a:p>
          <a:p>
            <a:pPr marL="457200" lvl="0" indent="-228600" rtl="0">
              <a:spcBef>
                <a:spcPts val="0"/>
              </a:spcBef>
              <a:buChar char="-"/>
            </a:pPr>
            <a:r>
              <a:rPr lang="en" dirty="0"/>
              <a:t>Companies aren’t listening to their customers</a:t>
            </a:r>
          </a:p>
          <a:p>
            <a:pPr marL="457200" lvl="0" indent="-228600" rtl="0">
              <a:spcBef>
                <a:spcPts val="0"/>
              </a:spcBef>
              <a:buChar char="-"/>
            </a:pPr>
            <a:r>
              <a:rPr lang="en" dirty="0"/>
              <a:t>Startups aren’t building a product that people love</a:t>
            </a:r>
          </a:p>
          <a:p>
            <a:pPr marL="457200" lvl="0" indent="-228600" rtl="0">
              <a:spcBef>
                <a:spcPts val="0"/>
              </a:spcBef>
              <a:buChar char="-"/>
            </a:pPr>
            <a:r>
              <a:rPr lang="en" dirty="0"/>
              <a:t>Loyal customers don’t come overnight, it takes time and a lot of tweaking</a:t>
            </a:r>
          </a:p>
          <a:p>
            <a:pPr lvl="0">
              <a:spcBef>
                <a:spcPts val="0"/>
              </a:spcBef>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Shape 66"/>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spcBef>
                <a:spcPts val="0"/>
              </a:spcBef>
              <a:buNone/>
            </a:pPr>
            <a:r>
              <a:rPr lang="en"/>
              <a:t>Why User Retention?</a:t>
            </a:r>
          </a:p>
        </p:txBody>
      </p:sp>
      <p:sp>
        <p:nvSpPr>
          <p:cNvPr id="67" name="Shape 67"/>
          <p:cNvSpPr txBox="1">
            <a:spLocks noGrp="1"/>
          </p:cNvSpPr>
          <p:nvPr>
            <p:ph type="body" idx="1"/>
          </p:nvPr>
        </p:nvSpPr>
        <p:spPr>
          <a:xfrm>
            <a:off x="311700" y="1152475"/>
            <a:ext cx="8520600" cy="3416400"/>
          </a:xfrm>
          <a:prstGeom prst="rect">
            <a:avLst/>
          </a:prstGeom>
        </p:spPr>
        <p:txBody>
          <a:bodyPr lIns="91425" tIns="91425" rIns="91425" bIns="91425" anchor="t" anchorCtr="0">
            <a:noAutofit/>
          </a:bodyPr>
          <a:lstStyle/>
          <a:p>
            <a:pPr lvl="0">
              <a:spcBef>
                <a:spcPts val="0"/>
              </a:spcBef>
              <a:buNone/>
            </a:pPr>
            <a:r>
              <a:rPr lang="en" i="1">
                <a:solidFill>
                  <a:srgbClr val="1155CC"/>
                </a:solidFill>
              </a:rPr>
              <a:t>According to a research report by HBR, “increasing customer retention rates by 5% increases profits by 25% to 95%”. </a:t>
            </a:r>
          </a:p>
          <a:p>
            <a:pPr marL="457200" lvl="0" indent="-228600" rtl="0">
              <a:spcBef>
                <a:spcPts val="0"/>
              </a:spcBef>
              <a:buClr>
                <a:srgbClr val="000000"/>
              </a:buClr>
              <a:buAutoNum type="arabicPeriod"/>
            </a:pPr>
            <a:r>
              <a:rPr lang="en">
                <a:solidFill>
                  <a:srgbClr val="000000"/>
                </a:solidFill>
              </a:rPr>
              <a:t>It cost a lot more to acquire a new customer than it does to retain one.</a:t>
            </a:r>
          </a:p>
          <a:p>
            <a:pPr marL="457200" lvl="0" indent="-228600" rtl="0">
              <a:spcBef>
                <a:spcPts val="0"/>
              </a:spcBef>
              <a:buClr>
                <a:srgbClr val="000000"/>
              </a:buClr>
              <a:buAutoNum type="arabicPeriod"/>
            </a:pPr>
            <a:r>
              <a:rPr lang="en">
                <a:solidFill>
                  <a:srgbClr val="000000"/>
                </a:solidFill>
              </a:rPr>
              <a:t>A happy customer is more likely to stick around longer and that also means that they’re going to be spending more money with you.</a:t>
            </a:r>
          </a:p>
          <a:p>
            <a:pPr marL="457200" lvl="0" indent="-228600" rtl="0">
              <a:spcBef>
                <a:spcPts val="0"/>
              </a:spcBef>
              <a:buClr>
                <a:srgbClr val="000000"/>
              </a:buClr>
              <a:buAutoNum type="arabicPeriod"/>
            </a:pPr>
            <a:r>
              <a:rPr lang="en">
                <a:solidFill>
                  <a:srgbClr val="000000"/>
                </a:solidFill>
              </a:rPr>
              <a:t>A retained happy customer is more likely to refer you to their friends and co-workers, which lowers your cost of growth.</a:t>
            </a:r>
          </a:p>
          <a:p>
            <a:pPr marL="457200" lvl="0" indent="-228600" rtl="0">
              <a:spcBef>
                <a:spcPts val="0"/>
              </a:spcBef>
              <a:buClr>
                <a:srgbClr val="000000"/>
              </a:buClr>
              <a:buAutoNum type="arabicPeriod"/>
            </a:pPr>
            <a:r>
              <a:rPr lang="en">
                <a:solidFill>
                  <a:srgbClr val="000000"/>
                </a:solidFill>
              </a:rPr>
              <a:t>A good user retention rate will also mean that your customer life time value will be much higher as well.</a:t>
            </a:r>
          </a:p>
          <a:p>
            <a:pPr marL="457200" lvl="0" indent="-228600" rtl="0">
              <a:spcBef>
                <a:spcPts val="0"/>
              </a:spcBef>
              <a:buClr>
                <a:srgbClr val="000000"/>
              </a:buClr>
              <a:buAutoNum type="arabicPeriod"/>
            </a:pPr>
            <a:r>
              <a:rPr lang="en">
                <a:solidFill>
                  <a:srgbClr val="000000"/>
                </a:solidFill>
              </a:rPr>
              <a:t>Your company’s overall profit and revenue will be increased due to a good user retention rate.</a:t>
            </a:r>
          </a:p>
          <a:p>
            <a:pPr lvl="0">
              <a:spcBef>
                <a:spcPts val="0"/>
              </a:spcBef>
              <a:buNone/>
            </a:pPr>
            <a:endParaRPr>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Shape 72"/>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spcBef>
                <a:spcPts val="0"/>
              </a:spcBef>
              <a:buNone/>
            </a:pPr>
            <a:r>
              <a:rPr lang="en"/>
              <a:t>Listening to your customers</a:t>
            </a:r>
          </a:p>
        </p:txBody>
      </p:sp>
      <p:sp>
        <p:nvSpPr>
          <p:cNvPr id="73" name="Shape 73"/>
          <p:cNvSpPr txBox="1">
            <a:spLocks noGrp="1"/>
          </p:cNvSpPr>
          <p:nvPr>
            <p:ph type="body" idx="1"/>
          </p:nvPr>
        </p:nvSpPr>
        <p:spPr>
          <a:xfrm>
            <a:off x="311700" y="1152475"/>
            <a:ext cx="8520600" cy="3416400"/>
          </a:xfrm>
          <a:prstGeom prst="rect">
            <a:avLst/>
          </a:prstGeom>
        </p:spPr>
        <p:txBody>
          <a:bodyPr lIns="91425" tIns="91425" rIns="91425" bIns="91425" anchor="t" anchorCtr="0">
            <a:noAutofit/>
          </a:bodyPr>
          <a:lstStyle/>
          <a:p>
            <a:pPr lvl="0">
              <a:spcBef>
                <a:spcPts val="0"/>
              </a:spcBef>
              <a:buNone/>
            </a:pPr>
            <a:r>
              <a:rPr lang="en" b="1">
                <a:solidFill>
                  <a:srgbClr val="45818E"/>
                </a:solidFill>
              </a:rPr>
              <a:t>Listening to your customers is a requirement for building the ultimate product. </a:t>
            </a:r>
          </a:p>
          <a:p>
            <a:pPr lvl="0">
              <a:spcBef>
                <a:spcPts val="0"/>
              </a:spcBef>
              <a:buNone/>
            </a:pPr>
            <a:r>
              <a:rPr lang="en">
                <a:solidFill>
                  <a:srgbClr val="000000"/>
                </a:solidFill>
              </a:rPr>
              <a:t>Examples:</a:t>
            </a:r>
          </a:p>
          <a:p>
            <a:pPr marL="457200" lvl="0" indent="-228600" rtl="0">
              <a:spcBef>
                <a:spcPts val="0"/>
              </a:spcBef>
              <a:buClr>
                <a:srgbClr val="000000"/>
              </a:buClr>
              <a:buChar char="-"/>
            </a:pPr>
            <a:r>
              <a:rPr lang="en">
                <a:solidFill>
                  <a:srgbClr val="000000"/>
                </a:solidFill>
              </a:rPr>
              <a:t>Lacey Baier’s food blog “A Sweet Pea Chef”</a:t>
            </a:r>
          </a:p>
          <a:p>
            <a:pPr marL="457200" lvl="0" indent="-228600" rtl="0">
              <a:spcBef>
                <a:spcPts val="0"/>
              </a:spcBef>
              <a:buClr>
                <a:srgbClr val="000000"/>
              </a:buClr>
              <a:buChar char="-"/>
            </a:pPr>
            <a:r>
              <a:rPr lang="en">
                <a:solidFill>
                  <a:srgbClr val="000000"/>
                </a:solidFill>
              </a:rPr>
              <a:t>Neil Patel , Quicksprouts</a:t>
            </a:r>
          </a:p>
          <a:p>
            <a:pPr lvl="0" rtl="0">
              <a:spcBef>
                <a:spcPts val="0"/>
              </a:spcBef>
              <a:buNone/>
            </a:pPr>
            <a:r>
              <a:rPr lang="en">
                <a:solidFill>
                  <a:srgbClr val="000000"/>
                </a:solidFill>
              </a:rPr>
              <a:t>Two ways of surveying </a:t>
            </a:r>
          </a:p>
          <a:p>
            <a:pPr marL="457200" lvl="0" indent="-228600" rtl="0">
              <a:spcBef>
                <a:spcPts val="0"/>
              </a:spcBef>
              <a:buClr>
                <a:srgbClr val="000000"/>
              </a:buClr>
              <a:buChar char="-"/>
            </a:pPr>
            <a:r>
              <a:rPr lang="en">
                <a:solidFill>
                  <a:srgbClr val="000000"/>
                </a:solidFill>
              </a:rPr>
              <a:t>Traditional survey</a:t>
            </a:r>
          </a:p>
          <a:p>
            <a:pPr marL="457200" lvl="0" indent="-228600">
              <a:spcBef>
                <a:spcPts val="0"/>
              </a:spcBef>
              <a:buClr>
                <a:srgbClr val="000000"/>
              </a:buClr>
              <a:buChar char="-"/>
            </a:pPr>
            <a:r>
              <a:rPr lang="en">
                <a:solidFill>
                  <a:srgbClr val="000000"/>
                </a:solidFill>
              </a:rPr>
              <a:t>1 click survey</a:t>
            </a:r>
          </a:p>
          <a:p>
            <a:pPr lvl="0">
              <a:spcBef>
                <a:spcPts val="0"/>
              </a:spcBef>
              <a:buNone/>
            </a:pPr>
            <a:endParaRPr>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Shape 78"/>
          <p:cNvPicPr preferRelativeResize="0"/>
          <p:nvPr/>
        </p:nvPicPr>
        <p:blipFill>
          <a:blip r:embed="rId3">
            <a:alphaModFix/>
          </a:blip>
          <a:stretch>
            <a:fillRect/>
          </a:stretch>
        </p:blipFill>
        <p:spPr>
          <a:xfrm>
            <a:off x="909500" y="342300"/>
            <a:ext cx="7579248" cy="4694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Shape 83"/>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spcBef>
                <a:spcPts val="0"/>
              </a:spcBef>
              <a:buNone/>
            </a:pPr>
            <a:r>
              <a:rPr lang="en"/>
              <a:t>Engaging with your users</a:t>
            </a:r>
          </a:p>
        </p:txBody>
      </p:sp>
      <p:sp>
        <p:nvSpPr>
          <p:cNvPr id="84" name="Shape 84"/>
          <p:cNvSpPr txBox="1">
            <a:spLocks noGrp="1"/>
          </p:cNvSpPr>
          <p:nvPr>
            <p:ph type="body" idx="1"/>
          </p:nvPr>
        </p:nvSpPr>
        <p:spPr>
          <a:xfrm>
            <a:off x="311700" y="1152475"/>
            <a:ext cx="8520600" cy="3416400"/>
          </a:xfrm>
          <a:prstGeom prst="rect">
            <a:avLst/>
          </a:prstGeom>
        </p:spPr>
        <p:txBody>
          <a:bodyPr lIns="91425" tIns="91425" rIns="91425" bIns="91425" anchor="t" anchorCtr="0">
            <a:noAutofit/>
          </a:bodyPr>
          <a:lstStyle/>
          <a:p>
            <a:pPr lvl="0" rtl="0">
              <a:spcBef>
                <a:spcPts val="0"/>
              </a:spcBef>
              <a:buNone/>
            </a:pPr>
            <a:r>
              <a:rPr lang="en" b="1"/>
              <a:t>Chat with your users often</a:t>
            </a:r>
          </a:p>
          <a:p>
            <a:pPr lvl="0">
              <a:spcBef>
                <a:spcPts val="0"/>
              </a:spcBef>
              <a:buNone/>
            </a:pPr>
            <a:r>
              <a:rPr lang="en"/>
              <a:t>It’s important to check in with your customers throughout their lifecycle. You want to see if they are experiencing any roadblocks or if they are running into any feature that they don’t know how to use.</a:t>
            </a:r>
          </a:p>
        </p:txBody>
      </p:sp>
      <p:pic>
        <p:nvPicPr>
          <p:cNvPr id="85" name="Shape 85"/>
          <p:cNvPicPr preferRelativeResize="0"/>
          <p:nvPr/>
        </p:nvPicPr>
        <p:blipFill>
          <a:blip r:embed="rId3">
            <a:alphaModFix/>
          </a:blip>
          <a:stretch>
            <a:fillRect/>
          </a:stretch>
        </p:blipFill>
        <p:spPr>
          <a:xfrm>
            <a:off x="361850" y="2699200"/>
            <a:ext cx="6347000" cy="23171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body" idx="1"/>
          </p:nvPr>
        </p:nvSpPr>
        <p:spPr>
          <a:xfrm>
            <a:off x="311700" y="440075"/>
            <a:ext cx="8520600" cy="4128900"/>
          </a:xfrm>
          <a:prstGeom prst="rect">
            <a:avLst/>
          </a:prstGeom>
        </p:spPr>
        <p:txBody>
          <a:bodyPr lIns="91425" tIns="91425" rIns="91425" bIns="91425" anchor="t" anchorCtr="0">
            <a:noAutofit/>
          </a:bodyPr>
          <a:lstStyle/>
          <a:p>
            <a:pPr lvl="0">
              <a:spcBef>
                <a:spcPts val="0"/>
              </a:spcBef>
              <a:buNone/>
            </a:pPr>
            <a:r>
              <a:rPr lang="en" b="1"/>
              <a:t>Ask Questions</a:t>
            </a:r>
          </a:p>
          <a:p>
            <a:pPr lvl="0">
              <a:spcBef>
                <a:spcPts val="0"/>
              </a:spcBef>
              <a:buNone/>
            </a:pPr>
            <a:r>
              <a:rPr lang="en"/>
              <a:t>Checking in like how Ryan is doing it works, but sometime you still won’t receive a response. To achieve the best results, you should add a combination of things and that includes asking questions.</a:t>
            </a:r>
          </a:p>
          <a:p>
            <a:pPr lvl="0">
              <a:spcBef>
                <a:spcPts val="0"/>
              </a:spcBef>
              <a:buNone/>
            </a:pPr>
            <a:r>
              <a:rPr lang="en"/>
              <a:t>3 goals:</a:t>
            </a:r>
          </a:p>
          <a:p>
            <a:pPr lvl="0" rtl="0">
              <a:spcBef>
                <a:spcPts val="0"/>
              </a:spcBef>
              <a:buNone/>
            </a:pPr>
            <a:r>
              <a:rPr lang="en"/>
              <a:t>1. Generate a conversation</a:t>
            </a:r>
          </a:p>
          <a:p>
            <a:pPr lvl="0" rtl="0">
              <a:spcBef>
                <a:spcPts val="0"/>
              </a:spcBef>
              <a:buNone/>
            </a:pPr>
            <a:r>
              <a:rPr lang="en"/>
              <a:t>2. Actionable feedbacks</a:t>
            </a:r>
          </a:p>
          <a:p>
            <a:pPr lvl="0" rtl="0">
              <a:spcBef>
                <a:spcPts val="0"/>
              </a:spcBef>
              <a:buNone/>
            </a:pPr>
            <a:r>
              <a:rPr lang="en"/>
              <a:t>3. Remind the user </a:t>
            </a:r>
          </a:p>
          <a:p>
            <a:pPr lvl="0">
              <a:spcBef>
                <a:spcPts val="0"/>
              </a:spcBef>
              <a:buNone/>
            </a:pPr>
            <a:endParaRPr/>
          </a:p>
          <a:p>
            <a:pPr lvl="0">
              <a:spcBef>
                <a:spcPts val="0"/>
              </a:spcBef>
              <a:buNone/>
            </a:pPr>
            <a:endParaRPr/>
          </a:p>
          <a:p>
            <a:pPr lvl="0">
              <a:spcBef>
                <a:spcPts val="0"/>
              </a:spcBef>
              <a:buNone/>
            </a:pPr>
            <a:endParaRPr/>
          </a:p>
        </p:txBody>
      </p:sp>
      <p:pic>
        <p:nvPicPr>
          <p:cNvPr id="91" name="Shape 91"/>
          <p:cNvPicPr preferRelativeResize="0"/>
          <p:nvPr/>
        </p:nvPicPr>
        <p:blipFill>
          <a:blip r:embed="rId3">
            <a:alphaModFix/>
          </a:blip>
          <a:stretch>
            <a:fillRect/>
          </a:stretch>
        </p:blipFill>
        <p:spPr>
          <a:xfrm>
            <a:off x="3677175" y="1701675"/>
            <a:ext cx="5223599" cy="33244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Shape 96"/>
          <p:cNvSpPr txBox="1">
            <a:spLocks noGrp="1"/>
          </p:cNvSpPr>
          <p:nvPr>
            <p:ph type="body" idx="1"/>
          </p:nvPr>
        </p:nvSpPr>
        <p:spPr>
          <a:xfrm>
            <a:off x="311700" y="312950"/>
            <a:ext cx="8520600" cy="4255800"/>
          </a:xfrm>
          <a:prstGeom prst="rect">
            <a:avLst/>
          </a:prstGeom>
        </p:spPr>
        <p:txBody>
          <a:bodyPr lIns="91425" tIns="91425" rIns="91425" bIns="91425" anchor="t" anchorCtr="0">
            <a:noAutofit/>
          </a:bodyPr>
          <a:lstStyle/>
          <a:p>
            <a:pPr lvl="0">
              <a:spcBef>
                <a:spcPts val="0"/>
              </a:spcBef>
              <a:buNone/>
            </a:pPr>
            <a:r>
              <a:rPr lang="en" b="1"/>
              <a:t>Provide more educational materials</a:t>
            </a:r>
          </a:p>
          <a:p>
            <a:pPr lvl="0">
              <a:spcBef>
                <a:spcPts val="0"/>
              </a:spcBef>
              <a:buNone/>
            </a:pPr>
            <a:endParaRPr b="1"/>
          </a:p>
        </p:txBody>
      </p:sp>
      <p:pic>
        <p:nvPicPr>
          <p:cNvPr id="97" name="Shape 97"/>
          <p:cNvPicPr preferRelativeResize="0"/>
          <p:nvPr/>
        </p:nvPicPr>
        <p:blipFill>
          <a:blip r:embed="rId3">
            <a:alphaModFix/>
          </a:blip>
          <a:stretch>
            <a:fillRect/>
          </a:stretch>
        </p:blipFill>
        <p:spPr>
          <a:xfrm>
            <a:off x="172552" y="1302350"/>
            <a:ext cx="4207291" cy="3266400"/>
          </a:xfrm>
          <a:prstGeom prst="rect">
            <a:avLst/>
          </a:prstGeom>
          <a:noFill/>
          <a:ln>
            <a:noFill/>
          </a:ln>
        </p:spPr>
      </p:pic>
      <p:pic>
        <p:nvPicPr>
          <p:cNvPr id="98" name="Shape 98"/>
          <p:cNvPicPr preferRelativeResize="0"/>
          <p:nvPr/>
        </p:nvPicPr>
        <p:blipFill>
          <a:blip r:embed="rId4">
            <a:alphaModFix/>
          </a:blip>
          <a:stretch>
            <a:fillRect/>
          </a:stretch>
        </p:blipFill>
        <p:spPr>
          <a:xfrm>
            <a:off x="4572000" y="1302350"/>
            <a:ext cx="4571999" cy="32663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Shape 103"/>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spcBef>
                <a:spcPts val="0"/>
              </a:spcBef>
              <a:buNone/>
            </a:pPr>
            <a:r>
              <a:rPr lang="en"/>
              <a:t>Announce new feature updates</a:t>
            </a:r>
          </a:p>
        </p:txBody>
      </p:sp>
      <p:sp>
        <p:nvSpPr>
          <p:cNvPr id="104" name="Shape 104"/>
          <p:cNvSpPr txBox="1">
            <a:spLocks noGrp="1"/>
          </p:cNvSpPr>
          <p:nvPr>
            <p:ph type="body" idx="1"/>
          </p:nvPr>
        </p:nvSpPr>
        <p:spPr>
          <a:xfrm>
            <a:off x="311700" y="1152475"/>
            <a:ext cx="8520600" cy="3416400"/>
          </a:xfrm>
          <a:prstGeom prst="rect">
            <a:avLst/>
          </a:prstGeom>
        </p:spPr>
        <p:txBody>
          <a:bodyPr lIns="91425" tIns="91425" rIns="91425" bIns="91425" anchor="t" anchorCtr="0">
            <a:noAutofit/>
          </a:bodyPr>
          <a:lstStyle/>
          <a:p>
            <a:pPr lvl="0">
              <a:spcBef>
                <a:spcPts val="0"/>
              </a:spcBef>
              <a:buNone/>
            </a:pPr>
            <a:r>
              <a:rPr lang="en"/>
              <a:t>Users don’t notice when your product development slows down. However, if things go quiet for long enough, they’ll be easily distracted when a competitor releases a new feature, whether valuable or frivolous.</a:t>
            </a:r>
          </a:p>
          <a:p>
            <a:pPr marL="457200" lvl="0" indent="-228600" rtl="0">
              <a:spcBef>
                <a:spcPts val="0"/>
              </a:spcBef>
              <a:buChar char="-"/>
            </a:pPr>
            <a:r>
              <a:rPr lang="en"/>
              <a:t>Blog</a:t>
            </a:r>
          </a:p>
          <a:p>
            <a:pPr marL="457200" lvl="0" indent="-228600" rtl="0">
              <a:spcBef>
                <a:spcPts val="0"/>
              </a:spcBef>
              <a:buChar char="-"/>
            </a:pPr>
            <a:r>
              <a:rPr lang="en"/>
              <a:t>Email newsletter</a:t>
            </a:r>
          </a:p>
          <a:p>
            <a:pPr marL="457200" lvl="0" indent="-228600" rtl="0">
              <a:spcBef>
                <a:spcPts val="0"/>
              </a:spcBef>
              <a:buChar char="-"/>
            </a:pPr>
            <a:r>
              <a:rPr lang="en"/>
              <a:t>Slack</a:t>
            </a:r>
          </a:p>
          <a:p>
            <a:pPr marL="457200" lvl="0" indent="-228600" rtl="0">
              <a:spcBef>
                <a:spcPts val="0"/>
              </a:spcBef>
              <a:buChar char="-"/>
            </a:pPr>
            <a:r>
              <a:rPr lang="en"/>
              <a:t>Community outreach</a:t>
            </a:r>
          </a:p>
          <a:p>
            <a:pPr marL="457200" lvl="0" indent="-228600" rtl="0">
              <a:spcBef>
                <a:spcPts val="0"/>
              </a:spcBef>
              <a:buChar char="-"/>
            </a:pPr>
            <a:r>
              <a:rPr lang="en"/>
              <a:t>Email outreach to existing customers to surprise them.</a:t>
            </a:r>
          </a:p>
          <a:p>
            <a:pPr lvl="0">
              <a:spcBef>
                <a:spcPts val="0"/>
              </a:spcBef>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Shape 109"/>
          <p:cNvSpPr txBox="1">
            <a:spLocks noGrp="1"/>
          </p:cNvSpPr>
          <p:nvPr>
            <p:ph type="body" idx="1"/>
          </p:nvPr>
        </p:nvSpPr>
        <p:spPr>
          <a:xfrm>
            <a:off x="311700" y="293400"/>
            <a:ext cx="8520600" cy="4557300"/>
          </a:xfrm>
          <a:prstGeom prst="rect">
            <a:avLst/>
          </a:prstGeom>
        </p:spPr>
        <p:txBody>
          <a:bodyPr lIns="91425" tIns="91425" rIns="91425" bIns="91425" anchor="t" anchorCtr="0">
            <a:noAutofit/>
          </a:bodyPr>
          <a:lstStyle/>
          <a:p>
            <a:pPr lvl="0">
              <a:spcBef>
                <a:spcPts val="0"/>
              </a:spcBef>
              <a:buNone/>
            </a:pPr>
            <a:r>
              <a:rPr lang="en" b="1"/>
              <a:t>Offering discount/referral codes and giveaways</a:t>
            </a:r>
          </a:p>
          <a:p>
            <a:pPr lvl="0">
              <a:spcBef>
                <a:spcPts val="0"/>
              </a:spcBef>
              <a:buNone/>
            </a:pPr>
            <a:r>
              <a:rPr lang="en" b="1"/>
              <a:t>$14,000 in extra revenue plus an upsell.</a:t>
            </a:r>
          </a:p>
        </p:txBody>
      </p:sp>
      <p:pic>
        <p:nvPicPr>
          <p:cNvPr id="110" name="Shape 110"/>
          <p:cNvPicPr preferRelativeResize="0"/>
          <p:nvPr/>
        </p:nvPicPr>
        <p:blipFill>
          <a:blip r:embed="rId3">
            <a:alphaModFix/>
          </a:blip>
          <a:stretch>
            <a:fillRect/>
          </a:stretch>
        </p:blipFill>
        <p:spPr>
          <a:xfrm>
            <a:off x="1237125" y="1222449"/>
            <a:ext cx="6555449" cy="35232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Shape 115"/>
          <p:cNvSpPr txBox="1">
            <a:spLocks noGrp="1"/>
          </p:cNvSpPr>
          <p:nvPr>
            <p:ph type="body" idx="1"/>
          </p:nvPr>
        </p:nvSpPr>
        <p:spPr>
          <a:xfrm>
            <a:off x="311700" y="332500"/>
            <a:ext cx="8520600" cy="4236300"/>
          </a:xfrm>
          <a:prstGeom prst="rect">
            <a:avLst/>
          </a:prstGeom>
        </p:spPr>
        <p:txBody>
          <a:bodyPr lIns="91425" tIns="91425" rIns="91425" bIns="91425" anchor="t" anchorCtr="0">
            <a:noAutofit/>
          </a:bodyPr>
          <a:lstStyle/>
          <a:p>
            <a:pPr lvl="0">
              <a:spcBef>
                <a:spcPts val="0"/>
              </a:spcBef>
              <a:buNone/>
            </a:pPr>
            <a:r>
              <a:rPr lang="en" b="1"/>
              <a:t>Make a killer first impression</a:t>
            </a:r>
          </a:p>
          <a:p>
            <a:pPr lvl="0">
              <a:spcBef>
                <a:spcPts val="0"/>
              </a:spcBef>
              <a:buNone/>
            </a:pPr>
            <a:r>
              <a:rPr lang="en" sz="1400"/>
              <a:t>Explain how your app works or the story behind your idea.</a:t>
            </a:r>
          </a:p>
          <a:p>
            <a:pPr lvl="0">
              <a:spcBef>
                <a:spcPts val="0"/>
              </a:spcBef>
              <a:buClr>
                <a:schemeClr val="dk1"/>
              </a:buClr>
              <a:buSzPct val="78571"/>
              <a:buFont typeface="Arial"/>
              <a:buNone/>
            </a:pPr>
            <a:r>
              <a:rPr lang="en" sz="1400"/>
              <a:t>Provide them with resources on how to get started.</a:t>
            </a:r>
          </a:p>
          <a:p>
            <a:pPr lvl="0">
              <a:spcBef>
                <a:spcPts val="0"/>
              </a:spcBef>
              <a:buClr>
                <a:schemeClr val="dk1"/>
              </a:buClr>
              <a:buSzPct val="78571"/>
              <a:buFont typeface="Arial"/>
              <a:buNone/>
            </a:pPr>
            <a:r>
              <a:rPr lang="en" sz="1400"/>
              <a:t>Let them know that you’re here to help and that they can reach out anytime if they ever need help.</a:t>
            </a:r>
          </a:p>
          <a:p>
            <a:pPr lvl="0">
              <a:spcBef>
                <a:spcPts val="0"/>
              </a:spcBef>
              <a:buClr>
                <a:schemeClr val="dk1"/>
              </a:buClr>
              <a:buSzPct val="78571"/>
              <a:buFont typeface="Arial"/>
              <a:buNone/>
            </a:pPr>
            <a:r>
              <a:rPr lang="en" sz="1400"/>
              <a:t>Engage in an early conversion or send a warm greeting.</a:t>
            </a:r>
          </a:p>
          <a:p>
            <a:pPr lvl="0">
              <a:spcBef>
                <a:spcPts val="0"/>
              </a:spcBef>
              <a:buNone/>
            </a:pPr>
            <a:endParaRPr b="1"/>
          </a:p>
        </p:txBody>
      </p:sp>
      <p:pic>
        <p:nvPicPr>
          <p:cNvPr id="116" name="Shape 116"/>
          <p:cNvPicPr preferRelativeResize="0"/>
          <p:nvPr/>
        </p:nvPicPr>
        <p:blipFill>
          <a:blip r:embed="rId3">
            <a:alphaModFix/>
          </a:blip>
          <a:stretch>
            <a:fillRect/>
          </a:stretch>
        </p:blipFill>
        <p:spPr>
          <a:xfrm>
            <a:off x="1134450" y="2663249"/>
            <a:ext cx="6288323" cy="2382449"/>
          </a:xfrm>
          <a:prstGeom prst="rect">
            <a:avLst/>
          </a:prstGeom>
          <a:noFill/>
          <a:ln>
            <a:noFill/>
          </a:ln>
        </p:spPr>
      </p:pic>
    </p:spTree>
  </p:cSld>
  <p:clrMapOvr>
    <a:masterClrMapping/>
  </p:clrMapOvr>
</p:sld>
</file>

<file path=ppt/theme/theme1.xml><?xml version="1.0" encoding="utf-8"?>
<a:theme xmlns:a="http://schemas.openxmlformats.org/drawingml/2006/main" name="simple-light-2">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475</Words>
  <Application>Microsoft Office PowerPoint</Application>
  <PresentationFormat>On-screen Show (16:9)</PresentationFormat>
  <Paragraphs>49</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simple-light-2</vt:lpstr>
      <vt:lpstr>User Retention</vt:lpstr>
      <vt:lpstr>The problems </vt:lpstr>
      <vt:lpstr>Why User Retention?</vt:lpstr>
      <vt:lpstr>Listening to your customers</vt:lpstr>
      <vt:lpstr>PowerPoint Presentation</vt:lpstr>
      <vt:lpstr>Engaging with your users</vt:lpstr>
      <vt:lpstr>PowerPoint Presentation</vt:lpstr>
      <vt:lpstr>PowerPoint Presentation</vt:lpstr>
      <vt:lpstr>Announce new feature updates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Bosubabu Sambana</cp:lastModifiedBy>
  <cp:revision>1</cp:revision>
  <dcterms:modified xsi:type="dcterms:W3CDTF">2026-08-11T05:07:06Z</dcterms:modified>
</cp:coreProperties>
</file>