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325" r:id="rId5"/>
    <p:sldId id="326" r:id="rId6"/>
    <p:sldId id="327" r:id="rId7"/>
    <p:sldId id="328" r:id="rId8"/>
    <p:sldId id="331" r:id="rId9"/>
    <p:sldId id="333" r:id="rId10"/>
    <p:sldId id="334" r:id="rId11"/>
    <p:sldId id="335" r:id="rId12"/>
    <p:sldId id="332" r:id="rId13"/>
    <p:sldId id="33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205" autoAdjust="0"/>
  </p:normalViewPr>
  <p:slideViewPr>
    <p:cSldViewPr snapToGrid="0">
      <p:cViewPr varScale="1">
        <p:scale>
          <a:sx n="91" d="100"/>
          <a:sy n="91" d="100"/>
        </p:scale>
        <p:origin x="370" y="77"/>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rgham ullah" userId="7ff42c059be26947" providerId="LiveId" clId="{1F25D43B-21B7-4617-B299-33E474FA28E2}"/>
    <pc:docChg chg="custSel modSld">
      <pc:chgData name="zargham ullah" userId="7ff42c059be26947" providerId="LiveId" clId="{1F25D43B-21B7-4617-B299-33E474FA28E2}" dt="2023-04-05T13:55:00.950" v="123" actId="20577"/>
      <pc:docMkLst>
        <pc:docMk/>
      </pc:docMkLst>
      <pc:sldChg chg="modSp mod">
        <pc:chgData name="zargham ullah" userId="7ff42c059be26947" providerId="LiveId" clId="{1F25D43B-21B7-4617-B299-33E474FA28E2}" dt="2023-04-05T13:55:00.950" v="123" actId="20577"/>
        <pc:sldMkLst>
          <pc:docMk/>
          <pc:sldMk cId="2910866480" sldId="326"/>
        </pc:sldMkLst>
        <pc:spChg chg="mod">
          <ac:chgData name="zargham ullah" userId="7ff42c059be26947" providerId="LiveId" clId="{1F25D43B-21B7-4617-B299-33E474FA28E2}" dt="2023-04-05T13:55:00.950" v="123" actId="20577"/>
          <ac:spMkLst>
            <pc:docMk/>
            <pc:sldMk cId="2910866480" sldId="326"/>
            <ac:spMk id="3" creationId="{4D038CD2-9585-7E51-5359-D52935A77DF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7/31/2026</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7/31/2026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1C745E-9B5A-59BF-BF50-4F251E39D58D}"/>
              </a:ext>
            </a:extLst>
          </p:cNvPr>
          <p:cNvSpPr/>
          <p:nvPr userDrawn="1"/>
        </p:nvSpPr>
        <p:spPr>
          <a:xfrm>
            <a:off x="304800" y="266701"/>
            <a:ext cx="11582400" cy="6324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F2B4A7EA-9E3F-9CE1-56B5-92F4FDDA6991}"/>
              </a:ext>
            </a:extLst>
          </p:cNvPr>
          <p:cNvSpPr>
            <a:spLocks noGrp="1"/>
          </p:cNvSpPr>
          <p:nvPr>
            <p:ph type="pic" sz="quarter" idx="10"/>
          </p:nvPr>
        </p:nvSpPr>
        <p:spPr>
          <a:xfrm>
            <a:off x="2324100" y="758952"/>
            <a:ext cx="7543800" cy="5029200"/>
          </a:xfrm>
          <a:custGeom>
            <a:avLst/>
            <a:gdLst>
              <a:gd name="connsiteX0" fmla="*/ 3567113 w 7543800"/>
              <a:gd name="connsiteY0" fmla="*/ 4869270 h 5029200"/>
              <a:gd name="connsiteX1" fmla="*/ 3567113 w 7543800"/>
              <a:gd name="connsiteY1" fmla="*/ 4957572 h 5029200"/>
              <a:gd name="connsiteX2" fmla="*/ 3976688 w 7543800"/>
              <a:gd name="connsiteY2" fmla="*/ 4957572 h 5029200"/>
              <a:gd name="connsiteX3" fmla="*/ 3976688 w 7543800"/>
              <a:gd name="connsiteY3" fmla="*/ 4869270 h 5029200"/>
              <a:gd name="connsiteX4" fmla="*/ 0 w 7543800"/>
              <a:gd name="connsiteY4" fmla="*/ 0 h 5029200"/>
              <a:gd name="connsiteX5" fmla="*/ 7543800 w 7543800"/>
              <a:gd name="connsiteY5" fmla="*/ 0 h 5029200"/>
              <a:gd name="connsiteX6" fmla="*/ 7543800 w 7543800"/>
              <a:gd name="connsiteY6" fmla="*/ 5029200 h 5029200"/>
              <a:gd name="connsiteX7" fmla="*/ 0 w 7543800"/>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43800" h="5029200">
                <a:moveTo>
                  <a:pt x="3567113" y="4869270"/>
                </a:moveTo>
                <a:lnTo>
                  <a:pt x="3567113" y="4957572"/>
                </a:lnTo>
                <a:lnTo>
                  <a:pt x="3976688" y="4957572"/>
                </a:lnTo>
                <a:lnTo>
                  <a:pt x="3976688" y="4869270"/>
                </a:lnTo>
                <a:close/>
                <a:moveTo>
                  <a:pt x="0" y="0"/>
                </a:moveTo>
                <a:lnTo>
                  <a:pt x="7543800" y="0"/>
                </a:lnTo>
                <a:lnTo>
                  <a:pt x="7543800" y="5029200"/>
                </a:lnTo>
                <a:lnTo>
                  <a:pt x="0" y="5029200"/>
                </a:lnTo>
                <a:close/>
              </a:path>
            </a:pathLst>
          </a:custGeom>
        </p:spPr>
        <p:txBody>
          <a:bodyPr wrap="square">
            <a:noAutofit/>
          </a:bodyPr>
          <a:lstStyle>
            <a:lvl1pPr marL="0" indent="0" algn="ctr">
              <a:buNone/>
              <a:defRPr/>
            </a:lvl1pPr>
          </a:lstStyle>
          <a:p>
            <a:r>
              <a:rPr lang="en-US"/>
              <a:t>Click icon to add picture</a:t>
            </a: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3108960"/>
            <a:ext cx="10515600" cy="640080"/>
          </a:xfrm>
        </p:spPr>
        <p:txBody>
          <a:bodyPr anchor="ctr"/>
          <a:lstStyle>
            <a:lvl1pPr algn="ctr">
              <a:defRPr sz="6000" spc="300" baseline="0"/>
            </a:lvl1pPr>
          </a:lstStyle>
          <a:p>
            <a:r>
              <a:rPr lang="en-US"/>
              <a:t>Click to edit Master title style</a:t>
            </a:r>
            <a:endParaRPr lang="en-US" dirty="0"/>
          </a:p>
        </p:txBody>
      </p:sp>
      <p:sp>
        <p:nvSpPr>
          <p:cNvPr id="11" name="Rectangle 10">
            <a:extLst>
              <a:ext uri="{FF2B5EF4-FFF2-40B4-BE49-F238E27FC236}">
                <a16:creationId xmlns:a16="http://schemas.microsoft.com/office/drawing/2014/main" id="{39F70834-CB8D-A95B-D859-6E5B4C6B4F78}"/>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4B2501-78A9-E41B-7C2D-09F09ADDCB5E}"/>
              </a:ext>
            </a:extLst>
          </p:cNvPr>
          <p:cNvSpPr/>
          <p:nvPr userDrawn="1"/>
        </p:nvSpPr>
        <p:spPr>
          <a:xfrm>
            <a:off x="8610600" y="0"/>
            <a:ext cx="3581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BA0478E-A529-CF4E-CE5C-583ACA20D66C}"/>
              </a:ext>
            </a:extLst>
          </p:cNvPr>
          <p:cNvSpPr/>
          <p:nvPr userDrawn="1"/>
        </p:nvSpPr>
        <p:spPr>
          <a:xfrm>
            <a:off x="4462849" y="685800"/>
            <a:ext cx="7119551" cy="5486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400" y="1124712"/>
            <a:ext cx="388620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2816352"/>
            <a:ext cx="3602736" cy="3364992"/>
          </a:xfrm>
        </p:spPr>
        <p:txBody>
          <a:bodyPr/>
          <a:lstStyle>
            <a:lvl1pPr marL="0" indent="0">
              <a:lnSpc>
                <a:spcPct val="150000"/>
              </a:lnSpc>
              <a:buNone/>
              <a:defRPr sz="2000" cap="all"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4946904" y="1188720"/>
            <a:ext cx="6638544" cy="4480560"/>
          </a:xfrm>
          <a:noFill/>
        </p:spPr>
        <p:txBody>
          <a:bodyPr anchor="ctr"/>
          <a:lstStyle>
            <a:lvl1pPr marL="0" indent="0" algn="ctr">
              <a:buNone/>
              <a:defRPr/>
            </a:lvl1pPr>
          </a:lstStyle>
          <a:p>
            <a:r>
              <a:rPr lang="en-US"/>
              <a:t>Click icon to add picture</a:t>
            </a:r>
            <a:endParaRPr lang="en-US" dirty="0"/>
          </a:p>
        </p:txBody>
      </p:sp>
      <p:cxnSp>
        <p:nvCxnSpPr>
          <p:cNvPr id="8" name="Straight Connector 7">
            <a:extLst>
              <a:ext uri="{FF2B5EF4-FFF2-40B4-BE49-F238E27FC236}">
                <a16:creationId xmlns:a16="http://schemas.microsoft.com/office/drawing/2014/main" id="{D792E47F-4E2C-B4B2-51F0-43D9D15C5A60}"/>
              </a:ext>
            </a:extLst>
          </p:cNvPr>
          <p:cNvCxnSpPr>
            <a:cxnSpLocks/>
          </p:cNvCxnSpPr>
          <p:nvPr userDrawn="1"/>
        </p:nvCxnSpPr>
        <p:spPr>
          <a:xfrm>
            <a:off x="1295400"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4"/>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BA0478E-A529-CF4E-CE5C-583ACA20D66C}"/>
              </a:ext>
            </a:extLst>
          </p:cNvPr>
          <p:cNvSpPr/>
          <p:nvPr userDrawn="1"/>
        </p:nvSpPr>
        <p:spPr>
          <a:xfrm>
            <a:off x="3578352" y="0"/>
            <a:ext cx="861364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449824" y="1124712"/>
            <a:ext cx="576072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449824" y="2889504"/>
            <a:ext cx="5760720" cy="3319272"/>
          </a:xfrm>
        </p:spPr>
        <p:txBody>
          <a:bodyPr/>
          <a:lstStyle>
            <a:lvl1pPr marL="0" indent="0">
              <a:lnSpc>
                <a:spcPct val="150000"/>
              </a:lnSpc>
              <a:buNone/>
              <a:defRPr sz="2000" cap="none"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lvl1pPr>
              <a:defRPr>
                <a:solidFill>
                  <a:schemeClr val="bg1"/>
                </a:solidFill>
              </a:defRPr>
            </a:lvl1pPr>
          </a:lstStyle>
          <a:p>
            <a:r>
              <a:rPr lang="en-US" dirty="0"/>
              <a:t>presentation title</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1298448" y="1828800"/>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F036BAAC-D89F-682D-12A3-1C31F92F0FAF}"/>
              </a:ext>
            </a:extLst>
          </p:cNvPr>
          <p:cNvCxnSpPr>
            <a:cxnSpLocks/>
          </p:cNvCxnSpPr>
          <p:nvPr userDrawn="1"/>
        </p:nvCxnSpPr>
        <p:spPr>
          <a:xfrm>
            <a:off x="649224" y="2667000"/>
            <a:ext cx="0" cy="3124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F877625-E710-6DF2-3E49-374C6DD8DBC0}"/>
              </a:ext>
            </a:extLst>
          </p:cNvPr>
          <p:cNvCxnSpPr>
            <a:cxnSpLocks/>
          </p:cNvCxnSpPr>
          <p:nvPr userDrawn="1"/>
        </p:nvCxnSpPr>
        <p:spPr>
          <a:xfrm>
            <a:off x="5447344"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7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iton Header">
    <p:bg>
      <p:bgPr>
        <a:solidFill>
          <a:schemeClr val="accent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ED0AC02C-19A4-4754-CC96-34357DEFF55D}"/>
              </a:ext>
            </a:extLst>
          </p:cNvPr>
          <p:cNvSpPr>
            <a:spLocks noGrp="1"/>
          </p:cNvSpPr>
          <p:nvPr>
            <p:ph type="pic" sz="quarter" idx="10"/>
          </p:nvPr>
        </p:nvSpPr>
        <p:spPr>
          <a:xfrm>
            <a:off x="1527048" y="1481328"/>
            <a:ext cx="9144000" cy="3886200"/>
          </a:xfrm>
          <a:custGeom>
            <a:avLst/>
            <a:gdLst>
              <a:gd name="connsiteX0" fmla="*/ 6521576 w 9144000"/>
              <a:gd name="connsiteY0" fmla="*/ 2811867 h 3886200"/>
              <a:gd name="connsiteX1" fmla="*/ 6521576 w 9144000"/>
              <a:gd name="connsiteY1" fmla="*/ 2900169 h 3886200"/>
              <a:gd name="connsiteX2" fmla="*/ 6931151 w 9144000"/>
              <a:gd name="connsiteY2" fmla="*/ 2900169 h 3886200"/>
              <a:gd name="connsiteX3" fmla="*/ 6931151 w 9144000"/>
              <a:gd name="connsiteY3" fmla="*/ 2811867 h 3886200"/>
              <a:gd name="connsiteX4" fmla="*/ 0 w 9144000"/>
              <a:gd name="connsiteY4" fmla="*/ 0 h 3886200"/>
              <a:gd name="connsiteX5" fmla="*/ 9144000 w 9144000"/>
              <a:gd name="connsiteY5" fmla="*/ 0 h 3886200"/>
              <a:gd name="connsiteX6" fmla="*/ 9144000 w 9144000"/>
              <a:gd name="connsiteY6" fmla="*/ 3886200 h 3886200"/>
              <a:gd name="connsiteX7" fmla="*/ 0 w 9144000"/>
              <a:gd name="connsiteY7" fmla="*/ 3886200 h 388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3886200">
                <a:moveTo>
                  <a:pt x="6521576" y="2811867"/>
                </a:moveTo>
                <a:lnTo>
                  <a:pt x="6521576" y="2900169"/>
                </a:lnTo>
                <a:lnTo>
                  <a:pt x="6931151" y="2900169"/>
                </a:lnTo>
                <a:lnTo>
                  <a:pt x="6931151" y="2811867"/>
                </a:lnTo>
                <a:close/>
                <a:moveTo>
                  <a:pt x="0" y="0"/>
                </a:moveTo>
                <a:lnTo>
                  <a:pt x="9144000" y="0"/>
                </a:lnTo>
                <a:lnTo>
                  <a:pt x="9144000" y="3886200"/>
                </a:lnTo>
                <a:lnTo>
                  <a:pt x="0" y="38862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2040636" y="3200400"/>
            <a:ext cx="8110728" cy="457200"/>
          </a:xfrm>
        </p:spPr>
        <p:txBody>
          <a:bodyPr anchor="ctr"/>
          <a:lstStyle>
            <a:lvl1pPr algn="ctr">
              <a:defRPr sz="4800" spc="3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8046720" y="4745736"/>
            <a:ext cx="1389888" cy="1280160"/>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42E7004C-CFEF-6E88-A3C1-60FBC7F8CD13}"/>
              </a:ext>
            </a:extLst>
          </p:cNvPr>
          <p:cNvSpPr/>
          <p:nvPr userDrawn="1"/>
        </p:nvSpPr>
        <p:spPr>
          <a:xfrm>
            <a:off x="8048624" y="4293195"/>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0031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399" y="609600"/>
            <a:ext cx="10058400" cy="914400"/>
          </a:xfrm>
        </p:spPr>
        <p:txBody>
          <a:bodyPr/>
          <a:lstStyle>
            <a:lvl1pPr>
              <a:defRPr spc="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1855945"/>
            <a:ext cx="9820656" cy="4352544"/>
          </a:xfrm>
        </p:spPr>
        <p:txBody>
          <a:bodyPr/>
          <a:lstStyle>
            <a:lvl1pPr>
              <a:defRPr spc="0" baseline="0"/>
            </a:lvl1pPr>
            <a:lvl2pPr>
              <a:defRPr spc="0" baseline="0"/>
            </a:lvl2pPr>
            <a:lvl3pPr>
              <a:defRPr spc="0" baseline="0"/>
            </a:lvl3pPr>
            <a:lvl4pPr>
              <a:defRPr spc="0" baseline="0"/>
            </a:lvl4pPr>
            <a:lvl5pPr>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88720" y="609600"/>
            <a:ext cx="9829800" cy="914400"/>
          </a:xfrm>
        </p:spPr>
        <p:txBody>
          <a:bodyPr/>
          <a:lstStyle>
            <a:lvl1pPr algn="ctr">
              <a:defRPr spc="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88720" y="1746504"/>
            <a:ext cx="9829800" cy="4352544"/>
          </a:xfrm>
        </p:spPr>
        <p:txBody>
          <a:bodyPr/>
          <a:lstStyle>
            <a:lvl1pPr>
              <a:defRPr spc="0" baseline="0"/>
            </a:lvl1pPr>
            <a:lvl2pPr>
              <a:defRPr spc="0" baseline="0"/>
            </a:lvl2pPr>
            <a:lvl3pPr>
              <a:defRPr spc="0" baseline="0"/>
            </a:lvl3pPr>
            <a:lvl4pPr>
              <a:defRPr spc="0" baseline="0"/>
            </a:lvl4pPr>
            <a:lvl5pPr>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641840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
        <p:nvSpPr>
          <p:cNvPr id="5" name="Picture Placeholder 4">
            <a:extLst>
              <a:ext uri="{FF2B5EF4-FFF2-40B4-BE49-F238E27FC236}">
                <a16:creationId xmlns:a16="http://schemas.microsoft.com/office/drawing/2014/main" id="{B7811310-A21F-0BFB-8198-22EDFCF9F45B}"/>
              </a:ext>
            </a:extLst>
          </p:cNvPr>
          <p:cNvSpPr>
            <a:spLocks noGrp="1"/>
          </p:cNvSpPr>
          <p:nvPr>
            <p:ph type="pic" sz="quarter" idx="10"/>
          </p:nvPr>
        </p:nvSpPr>
        <p:spPr>
          <a:xfrm>
            <a:off x="5370576" y="658368"/>
            <a:ext cx="6821424" cy="3346704"/>
          </a:xfrm>
          <a:prstGeom prst="rect">
            <a:avLst/>
          </a:prstGeom>
        </p:spPr>
        <p:txBody>
          <a:bodyPr wrap="square">
            <a:noAutofit/>
          </a:body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A73D2EFC-F14F-5508-06EE-4E5B5C535E16}"/>
              </a:ext>
            </a:extLst>
          </p:cNvPr>
          <p:cNvCxnSpPr>
            <a:cxnSpLocks/>
          </p:cNvCxnSpPr>
          <p:nvPr userDrawn="1"/>
        </p:nvCxnSpPr>
        <p:spPr>
          <a:xfrm>
            <a:off x="1819102" y="554884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Subtitle 2">
            <a:extLst>
              <a:ext uri="{FF2B5EF4-FFF2-40B4-BE49-F238E27FC236}">
                <a16:creationId xmlns:a16="http://schemas.microsoft.com/office/drawing/2014/main" id="{28A6ACFB-D620-056D-1C62-903C5FBCEBCF}"/>
              </a:ext>
            </a:extLst>
          </p:cNvPr>
          <p:cNvSpPr>
            <a:spLocks noGrp="1"/>
          </p:cNvSpPr>
          <p:nvPr>
            <p:ph type="subTitle" idx="1"/>
          </p:nvPr>
        </p:nvSpPr>
        <p:spPr>
          <a:xfrm>
            <a:off x="1819656" y="5943600"/>
            <a:ext cx="4809744" cy="256032"/>
          </a:xfrm>
        </p:spPr>
        <p:txBody>
          <a:bodyPr/>
          <a:lstStyle>
            <a:lvl1pPr marL="0" indent="0" algn="l">
              <a:buNone/>
              <a:defRPr sz="2000" cap="all" spc="200"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819656" y="2459736"/>
            <a:ext cx="5157216" cy="2670048"/>
          </a:xfrm>
        </p:spPr>
        <p:txBody>
          <a:bodyPr anchor="b"/>
          <a:lstStyle>
            <a:lvl1pPr algn="l">
              <a:lnSpc>
                <a:spcPts val="5200"/>
              </a:lnSpc>
              <a:defRPr sz="3600" spc="0" baseline="0">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40618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021824"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298448"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3886200"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47395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03427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473952"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473952"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708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708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B6E73E07-0346-2BA8-44BC-6CB3BDEAAA99}"/>
              </a:ext>
            </a:extLst>
          </p:cNvPr>
          <p:cNvCxnSpPr>
            <a:cxnSpLocks/>
          </p:cNvCxnSpPr>
          <p:nvPr userDrawn="1"/>
        </p:nvCxnSpPr>
        <p:spPr>
          <a:xfrm>
            <a:off x="45924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E62977-27C7-5882-6A33-75257911D09A}"/>
              </a:ext>
            </a:extLst>
          </p:cNvPr>
          <p:cNvCxnSpPr>
            <a:cxnSpLocks/>
          </p:cNvCxnSpPr>
          <p:nvPr userDrawn="1"/>
        </p:nvCxnSpPr>
        <p:spPr>
          <a:xfrm>
            <a:off x="2004720"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705476C-2972-A423-7282-BABA9AAB32E6}"/>
              </a:ext>
            </a:extLst>
          </p:cNvPr>
          <p:cNvCxnSpPr>
            <a:cxnSpLocks/>
          </p:cNvCxnSpPr>
          <p:nvPr userDrawn="1"/>
        </p:nvCxnSpPr>
        <p:spPr>
          <a:xfrm>
            <a:off x="9737699"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E0D781B-3CB4-A523-427F-3D444B28E60E}"/>
              </a:ext>
            </a:extLst>
          </p:cNvPr>
          <p:cNvCxnSpPr>
            <a:cxnSpLocks/>
          </p:cNvCxnSpPr>
          <p:nvPr userDrawn="1"/>
        </p:nvCxnSpPr>
        <p:spPr>
          <a:xfrm>
            <a:off x="71832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048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332720"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63677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4224528"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84885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381744"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51052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51052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34272"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34272"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4684061"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2096160"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983798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730623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Picture Placeholder 8">
            <a:extLst>
              <a:ext uri="{FF2B5EF4-FFF2-40B4-BE49-F238E27FC236}">
                <a16:creationId xmlns:a16="http://schemas.microsoft.com/office/drawing/2014/main" id="{09A756E1-5275-58A9-7B09-95BEA4F4FACA}"/>
              </a:ext>
            </a:extLst>
          </p:cNvPr>
          <p:cNvSpPr>
            <a:spLocks noGrp="1"/>
          </p:cNvSpPr>
          <p:nvPr>
            <p:ph type="pic" sz="quarter" idx="24"/>
          </p:nvPr>
        </p:nvSpPr>
        <p:spPr>
          <a:xfrm>
            <a:off x="163677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2" name="Picture Placeholder 8">
            <a:extLst>
              <a:ext uri="{FF2B5EF4-FFF2-40B4-BE49-F238E27FC236}">
                <a16:creationId xmlns:a16="http://schemas.microsoft.com/office/drawing/2014/main" id="{A4DA2F88-85BF-29B8-6321-AF19B25A6261}"/>
              </a:ext>
            </a:extLst>
          </p:cNvPr>
          <p:cNvSpPr>
            <a:spLocks noGrp="1"/>
          </p:cNvSpPr>
          <p:nvPr>
            <p:ph type="pic" sz="quarter" idx="25"/>
          </p:nvPr>
        </p:nvSpPr>
        <p:spPr>
          <a:xfrm>
            <a:off x="4224528"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3" name="Picture Placeholder 8">
            <a:extLst>
              <a:ext uri="{FF2B5EF4-FFF2-40B4-BE49-F238E27FC236}">
                <a16:creationId xmlns:a16="http://schemas.microsoft.com/office/drawing/2014/main" id="{4636CEF4-05E9-F5BB-BD6F-6B081DBDCA9D}"/>
              </a:ext>
            </a:extLst>
          </p:cNvPr>
          <p:cNvSpPr>
            <a:spLocks noGrp="1"/>
          </p:cNvSpPr>
          <p:nvPr>
            <p:ph type="pic" sz="quarter" idx="26"/>
          </p:nvPr>
        </p:nvSpPr>
        <p:spPr>
          <a:xfrm>
            <a:off x="684885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4" name="Picture Placeholder 8">
            <a:extLst>
              <a:ext uri="{FF2B5EF4-FFF2-40B4-BE49-F238E27FC236}">
                <a16:creationId xmlns:a16="http://schemas.microsoft.com/office/drawing/2014/main" id="{67B57C06-A1D0-7C74-6A14-2BFF0B1FC172}"/>
              </a:ext>
            </a:extLst>
          </p:cNvPr>
          <p:cNvSpPr>
            <a:spLocks noGrp="1"/>
          </p:cNvSpPr>
          <p:nvPr>
            <p:ph type="pic" sz="quarter" idx="27"/>
          </p:nvPr>
        </p:nvSpPr>
        <p:spPr>
          <a:xfrm>
            <a:off x="9381744"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129844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129844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7" name="Text Placeholder 13">
            <a:extLst>
              <a:ext uri="{FF2B5EF4-FFF2-40B4-BE49-F238E27FC236}">
                <a16:creationId xmlns:a16="http://schemas.microsoft.com/office/drawing/2014/main" id="{697C28E5-6260-6DA9-B4F0-665506F52586}"/>
              </a:ext>
            </a:extLst>
          </p:cNvPr>
          <p:cNvSpPr>
            <a:spLocks noGrp="1"/>
          </p:cNvSpPr>
          <p:nvPr>
            <p:ph type="body" sz="quarter" idx="30"/>
          </p:nvPr>
        </p:nvSpPr>
        <p:spPr>
          <a:xfrm>
            <a:off x="3886200"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8" name="Text Placeholder 13">
            <a:extLst>
              <a:ext uri="{FF2B5EF4-FFF2-40B4-BE49-F238E27FC236}">
                <a16:creationId xmlns:a16="http://schemas.microsoft.com/office/drawing/2014/main" id="{A594A25E-7F2D-4188-16B7-C34485FDD2F8}"/>
              </a:ext>
            </a:extLst>
          </p:cNvPr>
          <p:cNvSpPr>
            <a:spLocks noGrp="1"/>
          </p:cNvSpPr>
          <p:nvPr>
            <p:ph type="body" sz="quarter" idx="31"/>
          </p:nvPr>
        </p:nvSpPr>
        <p:spPr>
          <a:xfrm>
            <a:off x="3886200"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9" name="Text Placeholder 13">
            <a:extLst>
              <a:ext uri="{FF2B5EF4-FFF2-40B4-BE49-F238E27FC236}">
                <a16:creationId xmlns:a16="http://schemas.microsoft.com/office/drawing/2014/main" id="{584B38BF-6197-486D-7134-F86E1754AF78}"/>
              </a:ext>
            </a:extLst>
          </p:cNvPr>
          <p:cNvSpPr>
            <a:spLocks noGrp="1"/>
          </p:cNvSpPr>
          <p:nvPr>
            <p:ph type="body" sz="quarter" idx="32"/>
          </p:nvPr>
        </p:nvSpPr>
        <p:spPr>
          <a:xfrm>
            <a:off x="651052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0" name="Text Placeholder 13">
            <a:extLst>
              <a:ext uri="{FF2B5EF4-FFF2-40B4-BE49-F238E27FC236}">
                <a16:creationId xmlns:a16="http://schemas.microsoft.com/office/drawing/2014/main" id="{D788F8D9-8CDB-C458-9AAD-0426AB467D2A}"/>
              </a:ext>
            </a:extLst>
          </p:cNvPr>
          <p:cNvSpPr>
            <a:spLocks noGrp="1"/>
          </p:cNvSpPr>
          <p:nvPr>
            <p:ph type="body" sz="quarter" idx="33"/>
          </p:nvPr>
        </p:nvSpPr>
        <p:spPr>
          <a:xfrm>
            <a:off x="651052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31" name="Text Placeholder 13">
            <a:extLst>
              <a:ext uri="{FF2B5EF4-FFF2-40B4-BE49-F238E27FC236}">
                <a16:creationId xmlns:a16="http://schemas.microsoft.com/office/drawing/2014/main" id="{78447882-2C86-B3A7-9450-29A0778E1B08}"/>
              </a:ext>
            </a:extLst>
          </p:cNvPr>
          <p:cNvSpPr>
            <a:spLocks noGrp="1"/>
          </p:cNvSpPr>
          <p:nvPr>
            <p:ph type="body" sz="quarter" idx="34"/>
          </p:nvPr>
        </p:nvSpPr>
        <p:spPr>
          <a:xfrm>
            <a:off x="9034272"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2" name="Text Placeholder 13">
            <a:extLst>
              <a:ext uri="{FF2B5EF4-FFF2-40B4-BE49-F238E27FC236}">
                <a16:creationId xmlns:a16="http://schemas.microsoft.com/office/drawing/2014/main" id="{E321AAE1-532A-23F0-9108-055D0D7BDFBA}"/>
              </a:ext>
            </a:extLst>
          </p:cNvPr>
          <p:cNvSpPr>
            <a:spLocks noGrp="1"/>
          </p:cNvSpPr>
          <p:nvPr>
            <p:ph type="body" sz="quarter" idx="35"/>
          </p:nvPr>
        </p:nvSpPr>
        <p:spPr>
          <a:xfrm>
            <a:off x="9034272"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33" name="Straight Connector 32">
            <a:extLst>
              <a:ext uri="{FF2B5EF4-FFF2-40B4-BE49-F238E27FC236}">
                <a16:creationId xmlns:a16="http://schemas.microsoft.com/office/drawing/2014/main" id="{11BC4478-FBEA-422F-73BA-0A422F15D7EA}"/>
              </a:ext>
            </a:extLst>
          </p:cNvPr>
          <p:cNvCxnSpPr>
            <a:cxnSpLocks/>
          </p:cNvCxnSpPr>
          <p:nvPr userDrawn="1"/>
        </p:nvCxnSpPr>
        <p:spPr>
          <a:xfrm>
            <a:off x="4684061"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2096160"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9C9F7A3-B120-C59A-E379-173F84B7D153}"/>
              </a:ext>
            </a:extLst>
          </p:cNvPr>
          <p:cNvCxnSpPr>
            <a:cxnSpLocks/>
          </p:cNvCxnSpPr>
          <p:nvPr userDrawn="1"/>
        </p:nvCxnSpPr>
        <p:spPr>
          <a:xfrm>
            <a:off x="983798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073A4E7-9D16-A6C0-E297-A36B10A2FABB}"/>
              </a:ext>
            </a:extLst>
          </p:cNvPr>
          <p:cNvCxnSpPr>
            <a:cxnSpLocks/>
          </p:cNvCxnSpPr>
          <p:nvPr userDrawn="1"/>
        </p:nvCxnSpPr>
        <p:spPr>
          <a:xfrm>
            <a:off x="730623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77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5175504"/>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85088" y="609600"/>
            <a:ext cx="10021824" cy="1252728"/>
          </a:xfrm>
        </p:spPr>
        <p:txBody>
          <a:bodyPr/>
          <a:lstStyle>
            <a:lvl1pPr algn="ctr">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83280"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83280"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468112"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468112"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552944"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552944"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3383280"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9637776"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7552944"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5468112"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637776"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637776"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1298448"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4106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0"/>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298448" y="5221224"/>
            <a:ext cx="3621024" cy="621792"/>
          </a:xfrm>
        </p:spPr>
        <p:txBody>
          <a:bodyPr/>
          <a:lstStyle>
            <a:lvl1pPr algn="l">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accent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0098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31266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3152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3218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73769F54-E10C-40C4-5EFF-E8A9CA520AEC}"/>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6E7B1EF-9D07-1E66-7467-93C9AE48BD85}"/>
              </a:ext>
            </a:extLst>
          </p:cNvPr>
          <p:cNvCxnSpPr>
            <a:cxnSpLocks/>
          </p:cNvCxnSpPr>
          <p:nvPr userDrawn="1"/>
        </p:nvCxnSpPr>
        <p:spPr>
          <a:xfrm flipH="1">
            <a:off x="1219200" y="2871216"/>
            <a:ext cx="9595104" cy="0"/>
          </a:xfrm>
          <a:prstGeom prst="line">
            <a:avLst/>
          </a:prstGeom>
          <a:ln w="12700"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0098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31266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3152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3218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8" name="Text Placeholder 7">
            <a:extLst>
              <a:ext uri="{FF2B5EF4-FFF2-40B4-BE49-F238E27FC236}">
                <a16:creationId xmlns:a16="http://schemas.microsoft.com/office/drawing/2014/main" id="{75476138-49FF-70BE-6359-0A511EFB243F}"/>
              </a:ext>
            </a:extLst>
          </p:cNvPr>
          <p:cNvSpPr>
            <a:spLocks noGrp="1"/>
          </p:cNvSpPr>
          <p:nvPr>
            <p:ph type="body" sz="quarter" idx="31" hasCustomPrompt="1"/>
          </p:nvPr>
        </p:nvSpPr>
        <p:spPr>
          <a:xfrm>
            <a:off x="330098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2" name="Text Placeholder 7">
            <a:extLst>
              <a:ext uri="{FF2B5EF4-FFF2-40B4-BE49-F238E27FC236}">
                <a16:creationId xmlns:a16="http://schemas.microsoft.com/office/drawing/2014/main" id="{46EFC43B-3F8D-6957-F343-F3D9C3E7A716}"/>
              </a:ext>
            </a:extLst>
          </p:cNvPr>
          <p:cNvSpPr>
            <a:spLocks noGrp="1"/>
          </p:cNvSpPr>
          <p:nvPr>
            <p:ph type="body" sz="quarter" idx="32" hasCustomPrompt="1"/>
          </p:nvPr>
        </p:nvSpPr>
        <p:spPr>
          <a:xfrm>
            <a:off x="1298448"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3" name="Text Placeholder 7">
            <a:extLst>
              <a:ext uri="{FF2B5EF4-FFF2-40B4-BE49-F238E27FC236}">
                <a16:creationId xmlns:a16="http://schemas.microsoft.com/office/drawing/2014/main" id="{D6007DD2-0F2E-6F92-8457-FC670750ED38}"/>
              </a:ext>
            </a:extLst>
          </p:cNvPr>
          <p:cNvSpPr>
            <a:spLocks noGrp="1"/>
          </p:cNvSpPr>
          <p:nvPr>
            <p:ph type="body" sz="quarter" idx="33" hasCustomPrompt="1"/>
          </p:nvPr>
        </p:nvSpPr>
        <p:spPr>
          <a:xfrm>
            <a:off x="531266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4" name="Text Placeholder 7">
            <a:extLst>
              <a:ext uri="{FF2B5EF4-FFF2-40B4-BE49-F238E27FC236}">
                <a16:creationId xmlns:a16="http://schemas.microsoft.com/office/drawing/2014/main" id="{06C5667F-C463-51B6-B8D6-F757BDB8AFCC}"/>
              </a:ext>
            </a:extLst>
          </p:cNvPr>
          <p:cNvSpPr>
            <a:spLocks noGrp="1"/>
          </p:cNvSpPr>
          <p:nvPr>
            <p:ph type="body" sz="quarter" idx="34" hasCustomPrompt="1"/>
          </p:nvPr>
        </p:nvSpPr>
        <p:spPr>
          <a:xfrm>
            <a:off x="73152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7" name="Text Placeholder 7">
            <a:extLst>
              <a:ext uri="{FF2B5EF4-FFF2-40B4-BE49-F238E27FC236}">
                <a16:creationId xmlns:a16="http://schemas.microsoft.com/office/drawing/2014/main" id="{0FF09CBB-BD48-E8E5-EECF-B6CBC36B236C}"/>
              </a:ext>
            </a:extLst>
          </p:cNvPr>
          <p:cNvSpPr>
            <a:spLocks noGrp="1"/>
          </p:cNvSpPr>
          <p:nvPr>
            <p:ph type="body" sz="quarter" idx="35" hasCustomPrompt="1"/>
          </p:nvPr>
        </p:nvSpPr>
        <p:spPr>
          <a:xfrm>
            <a:off x="93218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Tree>
    <p:extLst>
      <p:ext uri="{BB962C8B-B14F-4D97-AF65-F5344CB8AC3E}">
        <p14:creationId xmlns:p14="http://schemas.microsoft.com/office/powerpoint/2010/main" val="2333783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1A881D2A-2C75-8B2A-DA41-F42ABBA59AA9}"/>
              </a:ext>
            </a:extLst>
          </p:cNvPr>
          <p:cNvSpPr>
            <a:spLocks noGrp="1"/>
          </p:cNvSpPr>
          <p:nvPr>
            <p:ph type="pic" sz="quarter" idx="13"/>
          </p:nvPr>
        </p:nvSpPr>
        <p:spPr>
          <a:xfrm>
            <a:off x="0" y="0"/>
            <a:ext cx="6656832" cy="6858000"/>
          </a:xfrm>
          <a:custGeom>
            <a:avLst/>
            <a:gdLst>
              <a:gd name="connsiteX0" fmla="*/ 1295400 w 6656832"/>
              <a:gd name="connsiteY0" fmla="*/ 1492377 h 6858000"/>
              <a:gd name="connsiteX1" fmla="*/ 1295400 w 6656832"/>
              <a:gd name="connsiteY1" fmla="*/ 1580679 h 6858000"/>
              <a:gd name="connsiteX2" fmla="*/ 1704975 w 6656832"/>
              <a:gd name="connsiteY2" fmla="*/ 1580679 h 6858000"/>
              <a:gd name="connsiteX3" fmla="*/ 1704975 w 6656832"/>
              <a:gd name="connsiteY3" fmla="*/ 1492377 h 6858000"/>
              <a:gd name="connsiteX4" fmla="*/ 0 w 6656832"/>
              <a:gd name="connsiteY4" fmla="*/ 0 h 6858000"/>
              <a:gd name="connsiteX5" fmla="*/ 6656832 w 6656832"/>
              <a:gd name="connsiteY5" fmla="*/ 0 h 6858000"/>
              <a:gd name="connsiteX6" fmla="*/ 6656832 w 6656832"/>
              <a:gd name="connsiteY6" fmla="*/ 6858000 h 6858000"/>
              <a:gd name="connsiteX7" fmla="*/ 0 w 665683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6832" h="6858000">
                <a:moveTo>
                  <a:pt x="1295400" y="1492377"/>
                </a:moveTo>
                <a:lnTo>
                  <a:pt x="1295400" y="1580679"/>
                </a:lnTo>
                <a:lnTo>
                  <a:pt x="1704975" y="1580679"/>
                </a:lnTo>
                <a:lnTo>
                  <a:pt x="1704975" y="1492377"/>
                </a:lnTo>
                <a:close/>
                <a:moveTo>
                  <a:pt x="0" y="0"/>
                </a:moveTo>
                <a:lnTo>
                  <a:pt x="6656832" y="0"/>
                </a:lnTo>
                <a:lnTo>
                  <a:pt x="6656832" y="6858000"/>
                </a:lnTo>
                <a:lnTo>
                  <a:pt x="0" y="68580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609600"/>
            <a:ext cx="6656832" cy="530352"/>
          </a:xfrm>
        </p:spPr>
        <p:txBody>
          <a:bodyPr anchor="t"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1298448"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61848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6705600"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chorCtr="0">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01344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dirty="0"/>
              <a:t>presentation title</a:t>
            </a:r>
          </a:p>
        </p:txBody>
      </p:sp>
      <p:sp>
        <p:nvSpPr>
          <p:cNvPr id="17" name="Rectangle 16">
            <a:extLst>
              <a:ext uri="{FF2B5EF4-FFF2-40B4-BE49-F238E27FC236}">
                <a16:creationId xmlns:a16="http://schemas.microsoft.com/office/drawing/2014/main" id="{D5896335-CC4F-4D72-23F0-F7FBFA640021}"/>
              </a:ext>
            </a:extLst>
          </p:cNvPr>
          <p:cNvSpPr/>
          <p:nvPr userDrawn="1"/>
        </p:nvSpPr>
        <p:spPr>
          <a:xfrm>
            <a:off x="1295400" y="1492377"/>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zon x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EF4E7-F4EF-FFCD-9B0C-961E519F6DDD}"/>
              </a:ext>
            </a:extLst>
          </p:cNvPr>
          <p:cNvSpPr/>
          <p:nvPr userDrawn="1"/>
        </p:nvSpPr>
        <p:spPr>
          <a:xfrm>
            <a:off x="5791200" y="0"/>
            <a:ext cx="6400800"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4014216"/>
            <a:ext cx="4160520" cy="1828800"/>
          </a:xfrm>
        </p:spPr>
        <p:txBody>
          <a:bodyPr anchor="b"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7498080" y="621792"/>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7498080" y="1069848"/>
            <a:ext cx="3886200" cy="1527048"/>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7498080" y="3172968"/>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498080" y="3621024"/>
            <a:ext cx="3886200" cy="117957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dirty="0"/>
              <a:t>presentation title</a:t>
            </a:r>
          </a:p>
        </p:txBody>
      </p:sp>
      <p:sp>
        <p:nvSpPr>
          <p:cNvPr id="5" name="Picture Placeholder 6">
            <a:extLst>
              <a:ext uri="{FF2B5EF4-FFF2-40B4-BE49-F238E27FC236}">
                <a16:creationId xmlns:a16="http://schemas.microsoft.com/office/drawing/2014/main" id="{AD6DBECB-0E53-C186-A485-96A8FC1252C7}"/>
              </a:ext>
            </a:extLst>
          </p:cNvPr>
          <p:cNvSpPr>
            <a:spLocks noGrp="1"/>
          </p:cNvSpPr>
          <p:nvPr>
            <p:ph type="pic" sz="quarter" idx="14"/>
          </p:nvPr>
        </p:nvSpPr>
        <p:spPr>
          <a:xfrm>
            <a:off x="1298448" y="612648"/>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sp>
        <p:nvSpPr>
          <p:cNvPr id="7" name="Text Placeholder 20">
            <a:extLst>
              <a:ext uri="{FF2B5EF4-FFF2-40B4-BE49-F238E27FC236}">
                <a16:creationId xmlns:a16="http://schemas.microsoft.com/office/drawing/2014/main" id="{F0B28D44-29B3-3396-973D-82E361161253}"/>
              </a:ext>
            </a:extLst>
          </p:cNvPr>
          <p:cNvSpPr>
            <a:spLocks noGrp="1"/>
          </p:cNvSpPr>
          <p:nvPr>
            <p:ph type="body" sz="quarter" idx="15"/>
          </p:nvPr>
        </p:nvSpPr>
        <p:spPr>
          <a:xfrm>
            <a:off x="7498080" y="5129784"/>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5">
            <a:extLst>
              <a:ext uri="{FF2B5EF4-FFF2-40B4-BE49-F238E27FC236}">
                <a16:creationId xmlns:a16="http://schemas.microsoft.com/office/drawing/2014/main" id="{C06156AC-1153-3958-CFE6-6CDCC21C38A9}"/>
              </a:ext>
            </a:extLst>
          </p:cNvPr>
          <p:cNvSpPr>
            <a:spLocks noGrp="1"/>
          </p:cNvSpPr>
          <p:nvPr>
            <p:ph sz="quarter" idx="16"/>
          </p:nvPr>
        </p:nvSpPr>
        <p:spPr>
          <a:xfrm>
            <a:off x="7498080" y="5568696"/>
            <a:ext cx="3886200" cy="90525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A4CE90CA-176B-1E45-FECF-0290B1DCF55C}"/>
              </a:ext>
            </a:extLst>
          </p:cNvPr>
          <p:cNvSpPr>
            <a:spLocks noGrp="1"/>
          </p:cNvSpPr>
          <p:nvPr>
            <p:ph type="pic" sz="quarter" idx="17"/>
          </p:nvPr>
        </p:nvSpPr>
        <p:spPr>
          <a:xfrm>
            <a:off x="6245352" y="704088"/>
            <a:ext cx="914400" cy="914400"/>
          </a:xfrm>
        </p:spPr>
        <p:txBody>
          <a:bodyPr anchor="ctr"/>
          <a:lstStyle>
            <a:lvl1pPr marL="0" indent="0" algn="ctr">
              <a:buNone/>
              <a:defRPr sz="900"/>
            </a:lvl1pPr>
          </a:lstStyle>
          <a:p>
            <a:r>
              <a:rPr lang="en-US"/>
              <a:t>Click icon to add picture</a:t>
            </a:r>
            <a:endParaRPr lang="en-US" dirty="0"/>
          </a:p>
        </p:txBody>
      </p:sp>
      <p:sp>
        <p:nvSpPr>
          <p:cNvPr id="13" name="Picture Placeholder 10">
            <a:extLst>
              <a:ext uri="{FF2B5EF4-FFF2-40B4-BE49-F238E27FC236}">
                <a16:creationId xmlns:a16="http://schemas.microsoft.com/office/drawing/2014/main" id="{365BC287-99EE-D6FA-48B9-1E6FFE9357EA}"/>
              </a:ext>
            </a:extLst>
          </p:cNvPr>
          <p:cNvSpPr>
            <a:spLocks noGrp="1"/>
          </p:cNvSpPr>
          <p:nvPr>
            <p:ph type="pic" sz="quarter" idx="18"/>
          </p:nvPr>
        </p:nvSpPr>
        <p:spPr>
          <a:xfrm>
            <a:off x="6245352" y="3273552"/>
            <a:ext cx="914400" cy="914400"/>
          </a:xfrm>
        </p:spPr>
        <p:txBody>
          <a:bodyPr anchor="ctr"/>
          <a:lstStyle>
            <a:lvl1pPr marL="0" indent="0" algn="ctr">
              <a:buNone/>
              <a:defRPr sz="900"/>
            </a:lvl1pPr>
          </a:lstStyle>
          <a:p>
            <a:r>
              <a:rPr lang="en-US"/>
              <a:t>Click icon to add picture</a:t>
            </a:r>
            <a:endParaRPr lang="en-US" dirty="0"/>
          </a:p>
        </p:txBody>
      </p:sp>
      <p:sp>
        <p:nvSpPr>
          <p:cNvPr id="14" name="Picture Placeholder 10">
            <a:extLst>
              <a:ext uri="{FF2B5EF4-FFF2-40B4-BE49-F238E27FC236}">
                <a16:creationId xmlns:a16="http://schemas.microsoft.com/office/drawing/2014/main" id="{ECE7A377-A1E6-77DF-79F9-F251BD757741}"/>
              </a:ext>
            </a:extLst>
          </p:cNvPr>
          <p:cNvSpPr>
            <a:spLocks noGrp="1"/>
          </p:cNvSpPr>
          <p:nvPr>
            <p:ph type="pic" sz="quarter" idx="19"/>
          </p:nvPr>
        </p:nvSpPr>
        <p:spPr>
          <a:xfrm>
            <a:off x="6245352" y="5166360"/>
            <a:ext cx="914400" cy="914400"/>
          </a:xfrm>
        </p:spPr>
        <p:txBody>
          <a:bodyPr anchor="ctr"/>
          <a:lstStyle>
            <a:lvl1pPr marL="0" indent="0" algn="ctr">
              <a:buNone/>
              <a:defRPr sz="900"/>
            </a:lvl1p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52D976B1-BEF2-CB69-E97E-A6DAD1F04689}"/>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116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358819-7D9B-11CB-DBC5-CC8BC5C076D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B2EB2EEB-FE70-98B2-9437-0E1E91F929E8}"/>
              </a:ext>
            </a:extLst>
          </p:cNvPr>
          <p:cNvSpPr>
            <a:spLocks noGrp="1"/>
          </p:cNvSpPr>
          <p:nvPr>
            <p:ph type="ftr" sz="quarter" idx="11"/>
          </p:nvPr>
        </p:nvSpPr>
        <p:spPr/>
        <p:txBody>
          <a:bodyPr/>
          <a:lstStyle/>
          <a:p>
            <a:r>
              <a:rPr lang="en-US" dirty="0"/>
              <a:t>presentation title</a:t>
            </a:r>
          </a:p>
        </p:txBody>
      </p:sp>
      <p:cxnSp>
        <p:nvCxnSpPr>
          <p:cNvPr id="5" name="Straight Connector 4">
            <a:extLst>
              <a:ext uri="{FF2B5EF4-FFF2-40B4-BE49-F238E27FC236}">
                <a16:creationId xmlns:a16="http://schemas.microsoft.com/office/drawing/2014/main" id="{DFAA902D-BDC9-E5AF-D40D-7B8DE616EBE0}"/>
              </a:ext>
            </a:extLst>
          </p:cNvPr>
          <p:cNvCxnSpPr>
            <a:cxnSpLocks/>
          </p:cNvCxnSpPr>
          <p:nvPr userDrawn="1"/>
        </p:nvCxnSpPr>
        <p:spPr>
          <a:xfrm>
            <a:off x="5890260" y="153619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92A4017E-4CAA-8499-38AE-3A3306A7EB26}"/>
              </a:ext>
            </a:extLst>
          </p:cNvPr>
          <p:cNvSpPr>
            <a:spLocks noGrp="1"/>
          </p:cNvSpPr>
          <p:nvPr>
            <p:ph type="body" sz="quarter" idx="12"/>
          </p:nvPr>
        </p:nvSpPr>
        <p:spPr>
          <a:xfrm>
            <a:off x="2834640" y="2057400"/>
            <a:ext cx="6519672" cy="2971800"/>
          </a:xfrm>
          <a:solidFill>
            <a:schemeClr val="accent4"/>
          </a:solidFill>
        </p:spPr>
        <p:txBody>
          <a:bodyPr lIns="576072" tIns="228600" rIns="576072" bIns="228600" anchor="ctr"/>
          <a:lstStyle>
            <a:lvl1pPr marL="0" indent="0" algn="ctr">
              <a:lnSpc>
                <a:spcPts val="2460"/>
              </a:lnSpc>
              <a:buNone/>
              <a:defRPr sz="2000"/>
            </a:lvl1pPr>
          </a:lstStyle>
          <a:p>
            <a:pPr lvl="0"/>
            <a:r>
              <a:rPr lang="en-US"/>
              <a:t>Click to edit Master text styles</a:t>
            </a:r>
          </a:p>
        </p:txBody>
      </p:sp>
      <p:sp>
        <p:nvSpPr>
          <p:cNvPr id="11" name="Picture Placeholder 10">
            <a:extLst>
              <a:ext uri="{FF2B5EF4-FFF2-40B4-BE49-F238E27FC236}">
                <a16:creationId xmlns:a16="http://schemas.microsoft.com/office/drawing/2014/main" id="{E9103CB5-F9EF-D6DA-A5D4-DCCAEBEBE615}"/>
              </a:ext>
            </a:extLst>
          </p:cNvPr>
          <p:cNvSpPr>
            <a:spLocks noGrp="1"/>
          </p:cNvSpPr>
          <p:nvPr>
            <p:ph type="pic" sz="quarter" idx="13"/>
          </p:nvPr>
        </p:nvSpPr>
        <p:spPr>
          <a:xfrm>
            <a:off x="2871216" y="5330952"/>
            <a:ext cx="6519672" cy="1527048"/>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E217F00C-8F19-CB9F-D5BF-9A5F4C77E256}"/>
              </a:ext>
            </a:extLst>
          </p:cNvPr>
          <p:cNvSpPr>
            <a:spLocks noGrp="1"/>
          </p:cNvSpPr>
          <p:nvPr>
            <p:ph type="title"/>
          </p:nvPr>
        </p:nvSpPr>
        <p:spPr>
          <a:xfrm>
            <a:off x="4116324" y="609600"/>
            <a:ext cx="3959352" cy="530352"/>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466626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8C402F40-958A-D2BF-629C-39B659EC95D4}"/>
              </a:ext>
            </a:extLst>
          </p:cNvPr>
          <p:cNvSpPr>
            <a:spLocks noGrp="1"/>
          </p:cNvSpPr>
          <p:nvPr>
            <p:ph type="pic" sz="quarter" idx="12"/>
          </p:nvPr>
        </p:nvSpPr>
        <p:spPr>
          <a:xfrm>
            <a:off x="0" y="1"/>
            <a:ext cx="12191999" cy="6858000"/>
          </a:xfrm>
          <a:custGeom>
            <a:avLst/>
            <a:gdLst>
              <a:gd name="connsiteX0" fmla="*/ 5890261 w 12191999"/>
              <a:gd name="connsiteY0" fmla="*/ 4496651 h 6858000"/>
              <a:gd name="connsiteX1" fmla="*/ 5890261 w 12191999"/>
              <a:gd name="connsiteY1" fmla="*/ 4584953 h 6858000"/>
              <a:gd name="connsiteX2" fmla="*/ 6299835 w 12191999"/>
              <a:gd name="connsiteY2" fmla="*/ 4584953 h 6858000"/>
              <a:gd name="connsiteX3" fmla="*/ 6299835 w 12191999"/>
              <a:gd name="connsiteY3" fmla="*/ 4496651 h 6858000"/>
              <a:gd name="connsiteX4" fmla="*/ 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5890261" y="4496651"/>
                </a:moveTo>
                <a:lnTo>
                  <a:pt x="5890261" y="4584953"/>
                </a:lnTo>
                <a:lnTo>
                  <a:pt x="6299835" y="4584953"/>
                </a:lnTo>
                <a:lnTo>
                  <a:pt x="6299835" y="4496651"/>
                </a:lnTo>
                <a:close/>
                <a:moveTo>
                  <a:pt x="0" y="0"/>
                </a:moveTo>
                <a:lnTo>
                  <a:pt x="12191999" y="0"/>
                </a:lnTo>
                <a:lnTo>
                  <a:pt x="12191999" y="6858000"/>
                </a:lnTo>
                <a:lnTo>
                  <a:pt x="0" y="6858000"/>
                </a:lnTo>
                <a:close/>
              </a:path>
            </a:pathLst>
          </a:custGeom>
        </p:spPr>
        <p:txBody>
          <a:bodyPr wrap="square">
            <a:noAutofit/>
          </a:bodyPr>
          <a:lstStyle/>
          <a:p>
            <a:r>
              <a:rPr lang="en-US"/>
              <a:t>Click icon to add picture</a:t>
            </a:r>
            <a:endParaRPr lang="en-US" dirty="0"/>
          </a:p>
        </p:txBody>
      </p:sp>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1535715" y="1485302"/>
            <a:ext cx="9120570" cy="3887396"/>
          </a:xfrm>
          <a:custGeom>
            <a:avLst/>
            <a:gdLst>
              <a:gd name="connsiteX0" fmla="*/ 4354545 w 9120570"/>
              <a:gd name="connsiteY0" fmla="*/ 3011350 h 3887396"/>
              <a:gd name="connsiteX1" fmla="*/ 4354545 w 9120570"/>
              <a:gd name="connsiteY1" fmla="*/ 3099652 h 3887396"/>
              <a:gd name="connsiteX2" fmla="*/ 4764120 w 9120570"/>
              <a:gd name="connsiteY2" fmla="*/ 3099652 h 3887396"/>
              <a:gd name="connsiteX3" fmla="*/ 4764120 w 9120570"/>
              <a:gd name="connsiteY3" fmla="*/ 3011350 h 3887396"/>
              <a:gd name="connsiteX4" fmla="*/ 0 w 9120570"/>
              <a:gd name="connsiteY4" fmla="*/ 0 h 3887396"/>
              <a:gd name="connsiteX5" fmla="*/ 9120570 w 9120570"/>
              <a:gd name="connsiteY5" fmla="*/ 0 h 3887396"/>
              <a:gd name="connsiteX6" fmla="*/ 9120570 w 9120570"/>
              <a:gd name="connsiteY6" fmla="*/ 3887396 h 3887396"/>
              <a:gd name="connsiteX7" fmla="*/ 0 w 9120570"/>
              <a:gd name="connsiteY7" fmla="*/ 3887396 h 388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20570" h="3887396">
                <a:moveTo>
                  <a:pt x="4354545" y="3011350"/>
                </a:moveTo>
                <a:lnTo>
                  <a:pt x="4354545" y="3099652"/>
                </a:lnTo>
                <a:lnTo>
                  <a:pt x="4764120" y="3099652"/>
                </a:lnTo>
                <a:lnTo>
                  <a:pt x="4764120" y="3011350"/>
                </a:lnTo>
                <a:close/>
                <a:moveTo>
                  <a:pt x="0" y="0"/>
                </a:moveTo>
                <a:lnTo>
                  <a:pt x="9120570" y="0"/>
                </a:lnTo>
                <a:lnTo>
                  <a:pt x="9120570" y="3887396"/>
                </a:lnTo>
                <a:lnTo>
                  <a:pt x="0" y="3887396"/>
                </a:lnTo>
                <a:close/>
              </a:path>
            </a:pathLst>
          </a:custGeom>
          <a:solidFill>
            <a:schemeClr val="accent1">
              <a:lumMod val="20000"/>
              <a:lumOff val="80000"/>
            </a:schemeClr>
          </a:solidFill>
        </p:spPr>
        <p:txBody>
          <a:bodyPr wrap="square" bIns="1097280" anchor="b">
            <a:noAutofit/>
          </a:bodyPr>
          <a:lstStyle>
            <a:lvl1pPr algn="ct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612648"/>
            <a:ext cx="2286000" cy="2286000"/>
          </a:xfrm>
          <a:prstGeom prst="ellipse">
            <a:avLst/>
          </a:prstGeom>
        </p:spPr>
        <p:txBody>
          <a:bodyPr anchor="ctr"/>
          <a:lstStyle>
            <a:lvl1pPr marL="0" indent="0" algn="ctr">
              <a:buNone/>
              <a:defRPr sz="1050"/>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5751576"/>
            <a:ext cx="9116568" cy="722376"/>
          </a:xfrm>
        </p:spPr>
        <p:txBody>
          <a:bodyPr anchor="ctr"/>
          <a:lstStyle>
            <a:lvl1pPr marL="0" indent="0" algn="ctr">
              <a:buNone/>
              <a:defRPr sz="2000" cap="all" baseline="0"/>
            </a:lvl1pPr>
          </a:lstStyle>
          <a:p>
            <a:pPr lvl="0"/>
            <a:r>
              <a:rPr lang="en-US"/>
              <a:t>Click to edit Master text styles</a:t>
            </a:r>
          </a:p>
        </p:txBody>
      </p:sp>
      <p:sp>
        <p:nvSpPr>
          <p:cNvPr id="20" name="Rectangle 19">
            <a:extLst>
              <a:ext uri="{FF2B5EF4-FFF2-40B4-BE49-F238E27FC236}">
                <a16:creationId xmlns:a16="http://schemas.microsoft.com/office/drawing/2014/main" id="{469017C4-5BB0-DF6F-781B-FB81A3A5D977}"/>
              </a:ext>
            </a:extLst>
          </p:cNvPr>
          <p:cNvSpPr/>
          <p:nvPr userDrawn="1"/>
        </p:nvSpPr>
        <p:spPr>
          <a:xfrm>
            <a:off x="5890260" y="449665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9110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814BC7BE-FECC-8573-D4F0-FA004B4A04F4}"/>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8" name="Footer Placeholder 7">
            <a:extLst>
              <a:ext uri="{FF2B5EF4-FFF2-40B4-BE49-F238E27FC236}">
                <a16:creationId xmlns:a16="http://schemas.microsoft.com/office/drawing/2014/main" id="{A4DB0707-D3A6-4BF0-3225-EC3851AD7387}"/>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1AE946-135C-E4E8-BA60-64AB48B87F80}"/>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7" name="Footer Placeholder 6">
            <a:extLst>
              <a:ext uri="{FF2B5EF4-FFF2-40B4-BE49-F238E27FC236}">
                <a16:creationId xmlns:a16="http://schemas.microsoft.com/office/drawing/2014/main" id="{FFD67329-9F30-BEB7-31E2-FECA7FD59B06}"/>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129844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230684" y="987425"/>
            <a:ext cx="612470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129844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73183587-0236-046F-3B80-4D4EEA7A80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60C67779-9FAD-3FE4-5C67-7E5313C03B45}"/>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129844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230684" y="993775"/>
            <a:ext cx="612470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129844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AD70A4E-ED43-B5A1-F8FE-762E21A30A3E}"/>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A4125545-56D8-5212-AA45-63F7C1DBF101}"/>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
        <p:nvSpPr>
          <p:cNvPr id="25" name="Footer Placeholder 24">
            <a:extLst>
              <a:ext uri="{FF2B5EF4-FFF2-40B4-BE49-F238E27FC236}">
                <a16:creationId xmlns:a16="http://schemas.microsoft.com/office/drawing/2014/main" id="{010F9766-B67A-A34E-2927-9A2D6360F77A}"/>
              </a:ext>
            </a:extLst>
          </p:cNvPr>
          <p:cNvSpPr>
            <a:spLocks noGrp="1"/>
          </p:cNvSpPr>
          <p:nvPr>
            <p:ph type="ftr" sz="quarter" idx="3"/>
          </p:nvPr>
        </p:nvSpPr>
        <p:spPr>
          <a:xfrm rot="16200000">
            <a:off x="-242952" y="1451496"/>
            <a:ext cx="1784352" cy="189457"/>
          </a:xfrm>
          <a:prstGeom prst="rect">
            <a:avLst/>
          </a:prstGeom>
        </p:spPr>
        <p:txBody>
          <a:bodyPr vert="horz" lIns="0" tIns="0" rIns="0" bIns="0" rtlCol="0" anchor="ctr"/>
          <a:lstStyle>
            <a:lvl1pPr algn="l">
              <a:defRPr sz="1200" cap="all" spc="100" baseline="0">
                <a:solidFill>
                  <a:schemeClr val="accent1"/>
                </a:solidFill>
                <a:latin typeface="Posterama" panose="020B0504020200020000" pitchFamily="34" charset="0"/>
              </a:defRPr>
            </a:lvl1pPr>
          </a:lstStyle>
          <a:p>
            <a:r>
              <a:rPr lang="en-US" dirty="0"/>
              <a:t>presentation title</a:t>
            </a:r>
          </a:p>
        </p:txBody>
      </p:sp>
      <p:cxnSp>
        <p:nvCxnSpPr>
          <p:cNvPr id="4" name="Straight Connector 3">
            <a:extLst>
              <a:ext uri="{FF2B5EF4-FFF2-40B4-BE49-F238E27FC236}">
                <a16:creationId xmlns:a16="http://schemas.microsoft.com/office/drawing/2014/main" id="{C0A131BE-DFE5-28BE-2AF8-50ADF9AFDB94}"/>
              </a:ext>
            </a:extLst>
          </p:cNvPr>
          <p:cNvCxnSpPr>
            <a:cxnSpLocks/>
          </p:cNvCxnSpPr>
          <p:nvPr userDrawn="1"/>
        </p:nvCxnSpPr>
        <p:spPr>
          <a:xfrm>
            <a:off x="649224" y="2667000"/>
            <a:ext cx="0" cy="31242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53" r:id="rId12"/>
    <p:sldLayoutId id="2147483671" r:id="rId13"/>
    <p:sldLayoutId id="2147483672" r:id="rId14"/>
    <p:sldLayoutId id="2147483673"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petri dish with some transparent capsules">
            <a:extLst>
              <a:ext uri="{FF2B5EF4-FFF2-40B4-BE49-F238E27FC236}">
                <a16:creationId xmlns:a16="http://schemas.microsoft.com/office/drawing/2014/main" id="{F8B829FC-0ACD-46C3-5D7E-74FB2C721D7D}"/>
              </a:ext>
            </a:extLst>
          </p:cNvPr>
          <p:cNvPicPr>
            <a:picLocks noGrp="1" noChangeAspect="1"/>
          </p:cNvPicPr>
          <p:nvPr>
            <p:ph type="pic" sz="quarter" idx="10"/>
          </p:nvPr>
        </p:nvPicPr>
        <p:blipFill>
          <a:blip r:embed="rId2">
            <a:alphaModFix amt="65000"/>
            <a:extLst>
              <a:ext uri="{28A0092B-C50C-407E-A947-70E740481C1C}">
                <a14:useLocalDpi xmlns:a14="http://schemas.microsoft.com/office/drawing/2010/main" val="0"/>
              </a:ext>
            </a:extLst>
          </a:blip>
          <a:srcRect l="19035" t="7799" r="20647" b="8821"/>
          <a:stretch>
            <a:fillRect/>
          </a:stretch>
        </p:blipFill>
        <p:spPr>
          <a:xfrm>
            <a:off x="838200" y="940405"/>
            <a:ext cx="4706225" cy="4337110"/>
          </a:xfrm>
        </p:spPr>
      </p:pic>
      <p:sp>
        <p:nvSpPr>
          <p:cNvPr id="4" name="Title 3">
            <a:extLst>
              <a:ext uri="{FF2B5EF4-FFF2-40B4-BE49-F238E27FC236}">
                <a16:creationId xmlns:a16="http://schemas.microsoft.com/office/drawing/2014/main" id="{305E10E9-9AB7-0642-D4C4-DDFDAB7B5B2C}"/>
              </a:ext>
            </a:extLst>
          </p:cNvPr>
          <p:cNvSpPr>
            <a:spLocks noGrp="1"/>
          </p:cNvSpPr>
          <p:nvPr>
            <p:ph type="title"/>
          </p:nvPr>
        </p:nvSpPr>
        <p:spPr>
          <a:xfrm>
            <a:off x="5728982" y="2468880"/>
            <a:ext cx="5487099" cy="640080"/>
          </a:xfrm>
        </p:spPr>
        <p:txBody>
          <a:bodyPr/>
          <a:lstStyle/>
          <a:p>
            <a:pPr algn="l"/>
            <a:r>
              <a:rPr lang="en-US" dirty="0"/>
              <a:t>Diagnostic </a:t>
            </a:r>
            <a:br>
              <a:rPr lang="en-US" dirty="0"/>
            </a:br>
            <a:r>
              <a:rPr lang="en-US" dirty="0"/>
              <a:t>analytics</a:t>
            </a:r>
          </a:p>
        </p:txBody>
      </p:sp>
    </p:spTree>
    <p:extLst>
      <p:ext uri="{BB962C8B-B14F-4D97-AF65-F5344CB8AC3E}">
        <p14:creationId xmlns:p14="http://schemas.microsoft.com/office/powerpoint/2010/main" val="85521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B422-1287-FCEB-63CE-599FDC8468D8}"/>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43D6DE2E-F5E3-8CAF-A5C3-E67C03F538DF}"/>
              </a:ext>
            </a:extLst>
          </p:cNvPr>
          <p:cNvSpPr>
            <a:spLocks noGrp="1"/>
          </p:cNvSpPr>
          <p:nvPr>
            <p:ph type="sldNum" sz="quarter" idx="11"/>
          </p:nvPr>
        </p:nvSpPr>
        <p:spPr/>
        <p:txBody>
          <a:bodyPr/>
          <a:lstStyle/>
          <a:p>
            <a:fld id="{75DF2D63-3FF5-D547-96B9-BE9CCD1ABA58}" type="slidenum">
              <a:rPr lang="en-US" smtClean="0"/>
              <a:pPr/>
              <a:t>2</a:t>
            </a:fld>
            <a:endParaRPr lang="en-US" dirty="0"/>
          </a:p>
        </p:txBody>
      </p:sp>
      <p:sp>
        <p:nvSpPr>
          <p:cNvPr id="3" name="Content Placeholder 2">
            <a:extLst>
              <a:ext uri="{FF2B5EF4-FFF2-40B4-BE49-F238E27FC236}">
                <a16:creationId xmlns:a16="http://schemas.microsoft.com/office/drawing/2014/main" id="{4D038CD2-9585-7E51-5359-D52935A77DF0}"/>
              </a:ext>
            </a:extLst>
          </p:cNvPr>
          <p:cNvSpPr>
            <a:spLocks noGrp="1"/>
          </p:cNvSpPr>
          <p:nvPr>
            <p:ph idx="1"/>
          </p:nvPr>
        </p:nvSpPr>
        <p:spPr/>
        <p:txBody>
          <a:bodyPr/>
          <a:lstStyle/>
          <a:p>
            <a:r>
              <a:rPr lang="en-US" dirty="0"/>
              <a:t>Introduction</a:t>
            </a:r>
          </a:p>
          <a:p>
            <a:r>
              <a:rPr lang="en-US" dirty="0"/>
              <a:t>benefits</a:t>
            </a:r>
          </a:p>
          <a:p>
            <a:r>
              <a:rPr lang="en-US" dirty="0"/>
              <a:t>Example of diagnostics analytics</a:t>
            </a:r>
          </a:p>
          <a:p>
            <a:r>
              <a:rPr lang="en-US" dirty="0"/>
              <a:t>Steps for diagnostic analytics</a:t>
            </a:r>
          </a:p>
          <a:p>
            <a:r>
              <a:rPr lang="en-US" dirty="0"/>
              <a:t>Summary</a:t>
            </a:r>
          </a:p>
          <a:p>
            <a:endParaRPr lang="en-US" dirty="0"/>
          </a:p>
          <a:p>
            <a:endParaRPr lang="en-US" dirty="0"/>
          </a:p>
        </p:txBody>
      </p:sp>
      <p:pic>
        <p:nvPicPr>
          <p:cNvPr id="8" name="Picture Placeholder 7" descr="Pipette diffusing dyes in flasks">
            <a:extLst>
              <a:ext uri="{FF2B5EF4-FFF2-40B4-BE49-F238E27FC236}">
                <a16:creationId xmlns:a16="http://schemas.microsoft.com/office/drawing/2014/main" id="{9DA934D8-2609-4227-78DF-CF8F07A2F9C7}"/>
              </a:ext>
            </a:extLst>
          </p:cNvPr>
          <p:cNvPicPr>
            <a:picLocks noGrp="1" noChangeAspect="1"/>
          </p:cNvPicPr>
          <p:nvPr>
            <p:ph type="pic" sz="quarter" idx="13"/>
          </p:nvPr>
        </p:nvPicPr>
        <p:blipFill rotWithShape="1">
          <a:blip r:embed="rId2">
            <a:alphaModFix/>
            <a:extLst>
              <a:ext uri="{28A0092B-C50C-407E-A947-70E740481C1C}">
                <a14:useLocalDpi xmlns:a14="http://schemas.microsoft.com/office/drawing/2010/main" val="0"/>
              </a:ext>
            </a:extLst>
          </a:blip>
          <a:srcRect t="79" b="79"/>
          <a:stretch/>
        </p:blipFill>
        <p:spPr/>
      </p:pic>
    </p:spTree>
    <p:extLst>
      <p:ext uri="{BB962C8B-B14F-4D97-AF65-F5344CB8AC3E}">
        <p14:creationId xmlns:p14="http://schemas.microsoft.com/office/powerpoint/2010/main" val="2910866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84788-646A-CF90-D67D-14752A71745D}"/>
              </a:ext>
            </a:extLst>
          </p:cNvPr>
          <p:cNvSpPr>
            <a:spLocks noGrp="1"/>
          </p:cNvSpPr>
          <p:nvPr>
            <p:ph type="title"/>
          </p:nvPr>
        </p:nvSpPr>
        <p:spPr/>
        <p:txBody>
          <a:bodyPr/>
          <a:lstStyle/>
          <a:p>
            <a:r>
              <a:rPr lang="en-US" dirty="0"/>
              <a:t>Introduction</a:t>
            </a:r>
          </a:p>
        </p:txBody>
      </p:sp>
      <p:sp>
        <p:nvSpPr>
          <p:cNvPr id="4" name="Slide Number Placeholder 3">
            <a:extLst>
              <a:ext uri="{FF2B5EF4-FFF2-40B4-BE49-F238E27FC236}">
                <a16:creationId xmlns:a16="http://schemas.microsoft.com/office/drawing/2014/main" id="{B6586F16-C3E1-6E51-D140-EF50382CA456}"/>
              </a:ext>
            </a:extLst>
          </p:cNvPr>
          <p:cNvSpPr>
            <a:spLocks noGrp="1"/>
          </p:cNvSpPr>
          <p:nvPr>
            <p:ph type="sldNum" sz="quarter" idx="11"/>
          </p:nvPr>
        </p:nvSpPr>
        <p:spPr/>
        <p:txBody>
          <a:bodyPr/>
          <a:lstStyle/>
          <a:p>
            <a:fld id="{75DF2D63-3FF5-D547-96B9-BE9CCD1ABA58}" type="slidenum">
              <a:rPr lang="en-US" smtClean="0"/>
              <a:pPr/>
              <a:t>3</a:t>
            </a:fld>
            <a:endParaRPr lang="en-US" dirty="0"/>
          </a:p>
        </p:txBody>
      </p:sp>
      <p:pic>
        <p:nvPicPr>
          <p:cNvPr id="7" name="Picture Placeholder 6" descr="Pipette over three glass jars">
            <a:extLst>
              <a:ext uri="{FF2B5EF4-FFF2-40B4-BE49-F238E27FC236}">
                <a16:creationId xmlns:a16="http://schemas.microsoft.com/office/drawing/2014/main" id="{7FFC92DA-E590-4A49-8738-10A5D4DBBE6E}"/>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a:fillRect/>
          </a:stretch>
        </p:blipFill>
        <p:spPr>
          <a:xfrm>
            <a:off x="1298575" y="1828800"/>
            <a:ext cx="3200400" cy="3200400"/>
          </a:xfrm>
          <a:custGeom>
            <a:avLst/>
            <a:gdLst>
              <a:gd name="connsiteX0" fmla="*/ 1600200 w 3200400"/>
              <a:gd name="connsiteY0" fmla="*/ 0 h 3200400"/>
              <a:gd name="connsiteX1" fmla="*/ 3200400 w 3200400"/>
              <a:gd name="connsiteY1" fmla="*/ 1600200 h 3200400"/>
              <a:gd name="connsiteX2" fmla="*/ 1600200 w 3200400"/>
              <a:gd name="connsiteY2" fmla="*/ 3200400 h 3200400"/>
              <a:gd name="connsiteX3" fmla="*/ 0 w 3200400"/>
              <a:gd name="connsiteY3" fmla="*/ 1600200 h 3200400"/>
              <a:gd name="connsiteX4" fmla="*/ 1600200 w 3200400"/>
              <a:gd name="connsiteY4" fmla="*/ 0 h 320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0400" h="3200400">
                <a:moveTo>
                  <a:pt x="1600200" y="0"/>
                </a:moveTo>
                <a:cubicBezTo>
                  <a:pt x="2483966" y="0"/>
                  <a:pt x="3200400" y="716434"/>
                  <a:pt x="3200400" y="1600200"/>
                </a:cubicBezTo>
                <a:cubicBezTo>
                  <a:pt x="3200400" y="2483966"/>
                  <a:pt x="2483966" y="3200400"/>
                  <a:pt x="1600200" y="3200400"/>
                </a:cubicBezTo>
                <a:cubicBezTo>
                  <a:pt x="716434" y="3200400"/>
                  <a:pt x="0" y="2483966"/>
                  <a:pt x="0" y="1600200"/>
                </a:cubicBezTo>
                <a:cubicBezTo>
                  <a:pt x="0" y="716434"/>
                  <a:pt x="716434" y="0"/>
                  <a:pt x="1600200" y="0"/>
                </a:cubicBezTo>
                <a:close/>
              </a:path>
            </a:pathLst>
          </a:custGeom>
        </p:spPr>
      </p:pic>
      <p:sp>
        <p:nvSpPr>
          <p:cNvPr id="3" name="Content Placeholder 2">
            <a:extLst>
              <a:ext uri="{FF2B5EF4-FFF2-40B4-BE49-F238E27FC236}">
                <a16:creationId xmlns:a16="http://schemas.microsoft.com/office/drawing/2014/main" id="{77C9C890-ADC6-0AA7-BBC0-05E856AA7C3C}"/>
              </a:ext>
            </a:extLst>
          </p:cNvPr>
          <p:cNvSpPr>
            <a:spLocks noGrp="1"/>
          </p:cNvSpPr>
          <p:nvPr>
            <p:ph idx="1"/>
          </p:nvPr>
        </p:nvSpPr>
        <p:spPr>
          <a:xfrm>
            <a:off x="5449824" y="2691346"/>
            <a:ext cx="5760720" cy="3200400"/>
          </a:xfrm>
        </p:spPr>
        <p:txBody>
          <a:bodyPr/>
          <a:lstStyle/>
          <a:p>
            <a:pPr marL="0" indent="0">
              <a:lnSpc>
                <a:spcPts val="2400"/>
              </a:lnSpc>
              <a:buNone/>
            </a:pPr>
            <a:r>
              <a:rPr lang="en-US" sz="3200" b="0" i="0" dirty="0">
                <a:solidFill>
                  <a:srgbClr val="000000"/>
                </a:solidFill>
                <a:effectLst/>
                <a:latin typeface="Graphik Web"/>
              </a:rPr>
              <a:t>Diagnostic analytics is a form of advanced analytics that examines data or content to answer the question, “Why did it happen?” It is characterized by techniques such as drill-down, data discovery, data mining and correlations.</a:t>
            </a:r>
            <a:endParaRPr lang="en-US" sz="3200" spc="0" dirty="0">
              <a:ea typeface="+mn-lt"/>
              <a:cs typeface="+mn-lt"/>
            </a:endParaRPr>
          </a:p>
        </p:txBody>
      </p:sp>
    </p:spTree>
    <p:extLst>
      <p:ext uri="{BB962C8B-B14F-4D97-AF65-F5344CB8AC3E}">
        <p14:creationId xmlns:p14="http://schemas.microsoft.com/office/powerpoint/2010/main" val="2810133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White DNA structure">
            <a:extLst>
              <a:ext uri="{FF2B5EF4-FFF2-40B4-BE49-F238E27FC236}">
                <a16:creationId xmlns:a16="http://schemas.microsoft.com/office/drawing/2014/main" id="{7F21F877-E428-8BB2-045F-D9FA57744C27}"/>
              </a:ext>
            </a:extLst>
          </p:cNvPr>
          <p:cNvPicPr>
            <a:picLocks noGrp="1" noChangeAspect="1"/>
          </p:cNvPicPr>
          <p:nvPr>
            <p:ph type="pic" sz="quarter" idx="10"/>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07364" y="428016"/>
            <a:ext cx="9144000" cy="972767"/>
          </a:xfrm>
        </p:spPr>
      </p:pic>
      <p:sp>
        <p:nvSpPr>
          <p:cNvPr id="3" name="Title 2">
            <a:extLst>
              <a:ext uri="{FF2B5EF4-FFF2-40B4-BE49-F238E27FC236}">
                <a16:creationId xmlns:a16="http://schemas.microsoft.com/office/drawing/2014/main" id="{03924A06-2533-68FE-6815-A6208AD97D3D}"/>
              </a:ext>
            </a:extLst>
          </p:cNvPr>
          <p:cNvSpPr>
            <a:spLocks noGrp="1"/>
          </p:cNvSpPr>
          <p:nvPr>
            <p:ph type="title"/>
          </p:nvPr>
        </p:nvSpPr>
        <p:spPr>
          <a:xfrm>
            <a:off x="1429966" y="593388"/>
            <a:ext cx="8721398" cy="690664"/>
          </a:xfrm>
        </p:spPr>
        <p:txBody>
          <a:bodyPr/>
          <a:lstStyle/>
          <a:p>
            <a:r>
              <a:rPr lang="en-US" dirty="0"/>
              <a:t>benefits</a:t>
            </a:r>
          </a:p>
        </p:txBody>
      </p:sp>
      <p:sp>
        <p:nvSpPr>
          <p:cNvPr id="4" name="Text Placeholder 3">
            <a:extLst>
              <a:ext uri="{FF2B5EF4-FFF2-40B4-BE49-F238E27FC236}">
                <a16:creationId xmlns:a16="http://schemas.microsoft.com/office/drawing/2014/main" id="{78D3FE44-803A-0FCA-D29B-EB40225C360F}"/>
              </a:ext>
            </a:extLst>
          </p:cNvPr>
          <p:cNvSpPr>
            <a:spLocks noGrp="1"/>
          </p:cNvSpPr>
          <p:nvPr>
            <p:ph type="body" idx="1"/>
          </p:nvPr>
        </p:nvSpPr>
        <p:spPr/>
        <p:txBody>
          <a:bodyPr/>
          <a:lstStyle/>
          <a:p>
            <a:endParaRPr lang="en-US" dirty="0"/>
          </a:p>
          <a:p>
            <a:r>
              <a:rPr lang="en-US" dirty="0"/>
              <a:t> </a:t>
            </a:r>
          </a:p>
        </p:txBody>
      </p:sp>
      <p:sp>
        <p:nvSpPr>
          <p:cNvPr id="9" name="TextBox 8">
            <a:extLst>
              <a:ext uri="{FF2B5EF4-FFF2-40B4-BE49-F238E27FC236}">
                <a16:creationId xmlns:a16="http://schemas.microsoft.com/office/drawing/2014/main" id="{E8C1B7D2-0A1D-8283-2B73-909224AA678E}"/>
              </a:ext>
            </a:extLst>
          </p:cNvPr>
          <p:cNvSpPr txBox="1"/>
          <p:nvPr/>
        </p:nvSpPr>
        <p:spPr>
          <a:xfrm>
            <a:off x="1079770" y="1663430"/>
            <a:ext cx="9071594" cy="4154984"/>
          </a:xfrm>
          <a:prstGeom prst="rect">
            <a:avLst/>
          </a:prstGeom>
          <a:noFill/>
        </p:spPr>
        <p:txBody>
          <a:bodyPr wrap="square">
            <a:spAutoFit/>
          </a:bodyPr>
          <a:lstStyle/>
          <a:p>
            <a:r>
              <a:rPr lang="en-US" sz="2400" dirty="0"/>
              <a:t>Data plays an ever-increasing role in every company. Using diagnostic tools will allow you to get the most out of it by translating your complex data into visualizations and insights that everyone can take advantage of. Sisense creates tools that you can use to uncover answers to your data questions and easily share insights around the company. </a:t>
            </a:r>
          </a:p>
          <a:p>
            <a:endParaRPr lang="en-US" sz="2400" dirty="0"/>
          </a:p>
          <a:p>
            <a:r>
              <a:rPr lang="en-US" sz="2400" dirty="0"/>
              <a:t>Diagnostic analytics helps you get value out of your data by asking the right questions and making deep dives for the answers. And this requires a BI and analytics platform that’s versatile, agile, and customizable. Then you can get answers that are specific to your business and your particular challenges and opportunities.</a:t>
            </a:r>
            <a:endParaRPr lang="en-IN" sz="2400" dirty="0"/>
          </a:p>
        </p:txBody>
      </p:sp>
    </p:spTree>
    <p:extLst>
      <p:ext uri="{BB962C8B-B14F-4D97-AF65-F5344CB8AC3E}">
        <p14:creationId xmlns:p14="http://schemas.microsoft.com/office/powerpoint/2010/main" val="2924417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descr="Test tubes with one test tube in orange with drops">
            <a:extLst>
              <a:ext uri="{FF2B5EF4-FFF2-40B4-BE49-F238E27FC236}">
                <a16:creationId xmlns:a16="http://schemas.microsoft.com/office/drawing/2014/main" id="{B085A606-2989-65E2-7F4F-7E3355B7763A}"/>
              </a:ext>
            </a:extLst>
          </p:cNvPr>
          <p:cNvPicPr>
            <a:picLocks noGrp="1" noChangeAspect="1"/>
          </p:cNvPicPr>
          <p:nvPr>
            <p:ph type="pic" sz="quarter" idx="10"/>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p:pic>
      <p:sp>
        <p:nvSpPr>
          <p:cNvPr id="2" name="Title 1">
            <a:extLst>
              <a:ext uri="{FF2B5EF4-FFF2-40B4-BE49-F238E27FC236}">
                <a16:creationId xmlns:a16="http://schemas.microsoft.com/office/drawing/2014/main" id="{CD3927EA-A6AD-97BC-1ADB-6D8D1A4FCEBA}"/>
              </a:ext>
            </a:extLst>
          </p:cNvPr>
          <p:cNvSpPr>
            <a:spLocks noGrp="1"/>
          </p:cNvSpPr>
          <p:nvPr>
            <p:ph type="title"/>
          </p:nvPr>
        </p:nvSpPr>
        <p:spPr>
          <a:xfrm>
            <a:off x="649224" y="211201"/>
            <a:ext cx="7006444" cy="1179854"/>
          </a:xfrm>
        </p:spPr>
        <p:txBody>
          <a:bodyPr/>
          <a:lstStyle/>
          <a:p>
            <a:r>
              <a:rPr lang="en-IN" b="1" i="0" dirty="0">
                <a:solidFill>
                  <a:srgbClr val="000000"/>
                </a:solidFill>
                <a:effectLst/>
                <a:latin typeface="DMSans"/>
              </a:rPr>
              <a:t>Diagnostic analytics examples</a:t>
            </a:r>
            <a:br>
              <a:rPr lang="en-IN" b="1" i="0" dirty="0">
                <a:solidFill>
                  <a:srgbClr val="000000"/>
                </a:solidFill>
                <a:effectLst/>
                <a:latin typeface="DMSans"/>
              </a:rPr>
            </a:br>
            <a:endParaRPr lang="en-US" dirty="0"/>
          </a:p>
        </p:txBody>
      </p:sp>
      <p:sp>
        <p:nvSpPr>
          <p:cNvPr id="6" name="TextBox 5">
            <a:extLst>
              <a:ext uri="{FF2B5EF4-FFF2-40B4-BE49-F238E27FC236}">
                <a16:creationId xmlns:a16="http://schemas.microsoft.com/office/drawing/2014/main" id="{EF0FCB7B-7911-947B-C32E-432EE804F496}"/>
              </a:ext>
            </a:extLst>
          </p:cNvPr>
          <p:cNvSpPr txBox="1"/>
          <p:nvPr/>
        </p:nvSpPr>
        <p:spPr>
          <a:xfrm>
            <a:off x="877824" y="1070043"/>
            <a:ext cx="8263743" cy="2677656"/>
          </a:xfrm>
          <a:prstGeom prst="rect">
            <a:avLst/>
          </a:prstGeom>
          <a:noFill/>
        </p:spPr>
        <p:txBody>
          <a:bodyPr wrap="square">
            <a:spAutoFit/>
          </a:bodyPr>
          <a:lstStyle/>
          <a:p>
            <a:r>
              <a:rPr lang="en-US" sz="2400" b="1" dirty="0"/>
              <a:t>To understand the “why” behind what happened, here are some steps you can use to perform diagnostic analytics on your internal data, and it may be necessary to include outside information as well. First, set up your data investigation – what questions you will be answering. This might be an investigation into the reasoning behind a problem, like a decreased click-through rate, or a positive change, like a dramatic rise in sales during a particular period or season</a:t>
            </a:r>
            <a:r>
              <a:rPr lang="en-US" sz="2400" dirty="0"/>
              <a:t>.</a:t>
            </a:r>
            <a:endParaRPr lang="en-IN" sz="2400" dirty="0"/>
          </a:p>
        </p:txBody>
      </p:sp>
    </p:spTree>
    <p:extLst>
      <p:ext uri="{BB962C8B-B14F-4D97-AF65-F5344CB8AC3E}">
        <p14:creationId xmlns:p14="http://schemas.microsoft.com/office/powerpoint/2010/main" val="2590855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6168A-9F8B-AE64-6A3B-DD036396CD45}"/>
              </a:ext>
            </a:extLst>
          </p:cNvPr>
          <p:cNvSpPr>
            <a:spLocks noGrp="1"/>
          </p:cNvSpPr>
          <p:nvPr>
            <p:ph type="title"/>
          </p:nvPr>
        </p:nvSpPr>
        <p:spPr/>
        <p:txBody>
          <a:bodyPr/>
          <a:lstStyle/>
          <a:p>
            <a:r>
              <a:rPr lang="en-US" dirty="0"/>
              <a:t>Key takeaway</a:t>
            </a:r>
          </a:p>
        </p:txBody>
      </p:sp>
      <p:sp>
        <p:nvSpPr>
          <p:cNvPr id="3" name="Slide Number Placeholder 2">
            <a:extLst>
              <a:ext uri="{FF2B5EF4-FFF2-40B4-BE49-F238E27FC236}">
                <a16:creationId xmlns:a16="http://schemas.microsoft.com/office/drawing/2014/main" id="{F08CF61D-4147-236F-218C-CE2A064E6BD9}"/>
              </a:ext>
            </a:extLst>
          </p:cNvPr>
          <p:cNvSpPr>
            <a:spLocks noGrp="1"/>
          </p:cNvSpPr>
          <p:nvPr>
            <p:ph type="sldNum" sz="quarter" idx="10"/>
          </p:nvPr>
        </p:nvSpPr>
        <p:spPr/>
        <p:txBody>
          <a:bodyPr/>
          <a:lstStyle/>
          <a:p>
            <a:fld id="{75DF2D63-3FF5-D547-96B9-BE9CCD1ABA58}" type="slidenum">
              <a:rPr lang="en-US" smtClean="0"/>
              <a:pPr/>
              <a:t>6</a:t>
            </a:fld>
            <a:endParaRPr lang="en-US" dirty="0"/>
          </a:p>
        </p:txBody>
      </p:sp>
      <p:sp>
        <p:nvSpPr>
          <p:cNvPr id="78" name="TextBox 77">
            <a:extLst>
              <a:ext uri="{FF2B5EF4-FFF2-40B4-BE49-F238E27FC236}">
                <a16:creationId xmlns:a16="http://schemas.microsoft.com/office/drawing/2014/main" id="{4BFF6B5D-F38A-FDAA-F3B4-D3A725C9B60F}"/>
              </a:ext>
            </a:extLst>
          </p:cNvPr>
          <p:cNvSpPr txBox="1"/>
          <p:nvPr/>
        </p:nvSpPr>
        <p:spPr>
          <a:xfrm>
            <a:off x="1313234" y="1634248"/>
            <a:ext cx="7828333" cy="3539430"/>
          </a:xfrm>
          <a:prstGeom prst="rect">
            <a:avLst/>
          </a:prstGeom>
          <a:noFill/>
        </p:spPr>
        <p:txBody>
          <a:bodyPr wrap="square">
            <a:spAutoFit/>
          </a:bodyPr>
          <a:lstStyle/>
          <a:p>
            <a:r>
              <a:rPr lang="en-US" sz="2800" dirty="0"/>
              <a:t>.Diagnostic analytics is a type of analytics that helps companies answer the question, “Why did this happen?”</a:t>
            </a:r>
          </a:p>
          <a:p>
            <a:r>
              <a:rPr lang="en-US" sz="2800" dirty="0"/>
              <a:t>.Diagnostic analytics enables companies to make more-informed decisions about how to remediate problems and drive continued success.</a:t>
            </a:r>
          </a:p>
          <a:p>
            <a:r>
              <a:rPr lang="en-US" sz="2800" dirty="0"/>
              <a:t>.Diagnostic analytics can use a variety of techniques, including data drilling, data mining and correlation analysis.</a:t>
            </a:r>
            <a:endParaRPr lang="en-IN" sz="2800" dirty="0"/>
          </a:p>
        </p:txBody>
      </p:sp>
    </p:spTree>
    <p:extLst>
      <p:ext uri="{BB962C8B-B14F-4D97-AF65-F5344CB8AC3E}">
        <p14:creationId xmlns:p14="http://schemas.microsoft.com/office/powerpoint/2010/main" val="2141700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A45141-45F1-0A77-FE4E-CBCA53A2BEB0}"/>
              </a:ext>
            </a:extLst>
          </p:cNvPr>
          <p:cNvSpPr>
            <a:spLocks noGrp="1"/>
          </p:cNvSpPr>
          <p:nvPr>
            <p:ph type="title"/>
          </p:nvPr>
        </p:nvSpPr>
        <p:spPr>
          <a:xfrm>
            <a:off x="743953" y="409671"/>
            <a:ext cx="10021824" cy="1252728"/>
          </a:xfrm>
        </p:spPr>
        <p:txBody>
          <a:bodyPr/>
          <a:lstStyle/>
          <a:p>
            <a:r>
              <a:rPr lang="en-US" dirty="0"/>
              <a:t>Steps for diagnostic analytics</a:t>
            </a:r>
          </a:p>
        </p:txBody>
      </p:sp>
      <p:pic>
        <p:nvPicPr>
          <p:cNvPr id="16" name="Content Placeholder 25" descr="Microscopic view of a suspended bubble-like material with water in it">
            <a:extLst>
              <a:ext uri="{FF2B5EF4-FFF2-40B4-BE49-F238E27FC236}">
                <a16:creationId xmlns:a16="http://schemas.microsoft.com/office/drawing/2014/main" id="{B083ED63-584D-2579-2721-B716F3BC8F6B}"/>
              </a:ext>
            </a:extLst>
          </p:cNvPr>
          <p:cNvPicPr>
            <a:picLocks noGrp="1" noChangeAspect="1"/>
          </p:cNvPicPr>
          <p:nvPr>
            <p:ph type="pic" sz="quarter" idx="30"/>
          </p:nvPr>
        </p:nvPicPr>
        <p:blipFill>
          <a:blip r:embed="rId2">
            <a:alphaModFix amt="70000"/>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0" y="5204433"/>
            <a:ext cx="12188825" cy="1682750"/>
          </a:xfrm>
          <a:custGeom>
            <a:avLst/>
            <a:gdLst>
              <a:gd name="connsiteX0" fmla="*/ 0 w 12192000"/>
              <a:gd name="connsiteY0" fmla="*/ 0 h 1588010"/>
              <a:gd name="connsiteX1" fmla="*/ 12192000 w 12192000"/>
              <a:gd name="connsiteY1" fmla="*/ 0 h 1588010"/>
              <a:gd name="connsiteX2" fmla="*/ 12192000 w 12192000"/>
              <a:gd name="connsiteY2" fmla="*/ 1588010 h 1588010"/>
              <a:gd name="connsiteX3" fmla="*/ 0 w 12192000"/>
              <a:gd name="connsiteY3" fmla="*/ 1588010 h 1588010"/>
            </a:gdLst>
            <a:ahLst/>
            <a:cxnLst>
              <a:cxn ang="0">
                <a:pos x="connsiteX0" y="connsiteY0"/>
              </a:cxn>
              <a:cxn ang="0">
                <a:pos x="connsiteX1" y="connsiteY1"/>
              </a:cxn>
              <a:cxn ang="0">
                <a:pos x="connsiteX2" y="connsiteY2"/>
              </a:cxn>
              <a:cxn ang="0">
                <a:pos x="connsiteX3" y="connsiteY3"/>
              </a:cxn>
            </a:cxnLst>
            <a:rect l="l" t="t" r="r" b="b"/>
            <a:pathLst>
              <a:path w="12192000" h="1588010">
                <a:moveTo>
                  <a:pt x="0" y="0"/>
                </a:moveTo>
                <a:lnTo>
                  <a:pt x="12192000" y="0"/>
                </a:lnTo>
                <a:lnTo>
                  <a:pt x="12192000" y="1588010"/>
                </a:lnTo>
                <a:lnTo>
                  <a:pt x="0" y="1588010"/>
                </a:lnTo>
                <a:close/>
              </a:path>
            </a:pathLst>
          </a:custGeom>
          <a:solidFill>
            <a:schemeClr val="accent2"/>
          </a:solidFill>
        </p:spPr>
      </p:pic>
      <p:cxnSp>
        <p:nvCxnSpPr>
          <p:cNvPr id="17" name="Straight Connector 16">
            <a:extLst>
              <a:ext uri="{FF2B5EF4-FFF2-40B4-BE49-F238E27FC236}">
                <a16:creationId xmlns:a16="http://schemas.microsoft.com/office/drawing/2014/main" id="{8488A0F8-E720-D31B-750D-634FA849B5A9}"/>
              </a:ext>
              <a:ext uri="{C183D7F6-B498-43B3-948B-1728B52AA6E4}">
                <adec:decorative xmlns:adec="http://schemas.microsoft.com/office/drawing/2017/decorative" val="1"/>
              </a:ext>
            </a:extLst>
          </p:cNvPr>
          <p:cNvCxnSpPr>
            <a:cxnSpLocks/>
          </p:cNvCxnSpPr>
          <p:nvPr/>
        </p:nvCxnSpPr>
        <p:spPr>
          <a:xfrm>
            <a:off x="649224" y="5172458"/>
            <a:ext cx="0" cy="6187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B63EE887-A172-F01E-98D1-8781769CBEDE}"/>
              </a:ext>
            </a:extLst>
          </p:cNvPr>
          <p:cNvSpPr>
            <a:spLocks noGrp="1"/>
          </p:cNvSpPr>
          <p:nvPr>
            <p:ph type="sldNum" sz="quarter" idx="10"/>
          </p:nvPr>
        </p:nvSpPr>
        <p:spPr/>
        <p:txBody>
          <a:bodyPr/>
          <a:lstStyle/>
          <a:p>
            <a:fld id="{75DF2D63-3FF5-D547-96B9-BE9CCD1ABA58}" type="slidenum">
              <a:rPr lang="en-US" smtClean="0"/>
              <a:pPr/>
              <a:t>7</a:t>
            </a:fld>
            <a:endParaRPr lang="en-US" dirty="0"/>
          </a:p>
        </p:txBody>
      </p:sp>
      <p:sp>
        <p:nvSpPr>
          <p:cNvPr id="40" name="TextBox 39">
            <a:extLst>
              <a:ext uri="{FF2B5EF4-FFF2-40B4-BE49-F238E27FC236}">
                <a16:creationId xmlns:a16="http://schemas.microsoft.com/office/drawing/2014/main" id="{4F1A23F2-D202-23F8-621A-2ABADD28692C}"/>
              </a:ext>
            </a:extLst>
          </p:cNvPr>
          <p:cNvSpPr txBox="1"/>
          <p:nvPr/>
        </p:nvSpPr>
        <p:spPr>
          <a:xfrm>
            <a:off x="743953" y="2070083"/>
            <a:ext cx="10445495" cy="3447098"/>
          </a:xfrm>
          <a:prstGeom prst="rect">
            <a:avLst/>
          </a:prstGeom>
          <a:noFill/>
        </p:spPr>
        <p:txBody>
          <a:bodyPr wrap="square">
            <a:spAutoFit/>
          </a:bodyPr>
          <a:lstStyle/>
          <a:p>
            <a:r>
              <a:rPr lang="en-US" sz="2000" b="1" dirty="0"/>
              <a:t>Descriptive analytics </a:t>
            </a:r>
            <a:r>
              <a:rPr lang="en-US" sz="2000" dirty="0"/>
              <a:t>is usually the first step in analyzing data. By examining data often stored in a data warehouse, then summarizing and highlighting trends in historical trends on source systems beyond the data warehouse with multi-source analysis, you can try to answer the question, “What happened?” Financial and other business reports are examples of descriptive analytics.</a:t>
            </a:r>
          </a:p>
          <a:p>
            <a:endParaRPr lang="en-US" sz="2000" dirty="0"/>
          </a:p>
          <a:p>
            <a:r>
              <a:rPr lang="en-US" sz="2000" b="1" dirty="0"/>
              <a:t>Diagnostic analytics </a:t>
            </a:r>
            <a:r>
              <a:rPr lang="en-US" sz="2000" dirty="0"/>
              <a:t>then examines the causes of those trends, helping companies understand why they occurred. For example, if the latest sales report shows a better-than-average increase in sales, the company can drill down into internal sales data to see whether specific customers or new products were responsible for the increase. Diagnostic analytics can also look at external data about weather patterns or competitors’ activities.</a:t>
            </a:r>
          </a:p>
          <a:p>
            <a:endParaRPr lang="en-US" dirty="0"/>
          </a:p>
        </p:txBody>
      </p:sp>
    </p:spTree>
    <p:extLst>
      <p:ext uri="{BB962C8B-B14F-4D97-AF65-F5344CB8AC3E}">
        <p14:creationId xmlns:p14="http://schemas.microsoft.com/office/powerpoint/2010/main" val="2607450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Content Placeholder 25" descr="Test tubes with one test tube in orange with drops">
            <a:extLst>
              <a:ext uri="{FF2B5EF4-FFF2-40B4-BE49-F238E27FC236}">
                <a16:creationId xmlns:a16="http://schemas.microsoft.com/office/drawing/2014/main" id="{FE365C49-5FBF-04F7-2612-59A6D6F84C37}"/>
              </a:ext>
            </a:extLst>
          </p:cNvPr>
          <p:cNvPicPr>
            <a:picLocks noGrp="1" noChangeAspect="1"/>
          </p:cNvPicPr>
          <p:nvPr>
            <p:ph type="pic" sz="quarter" idx="30"/>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p:pic>
      <p:sp>
        <p:nvSpPr>
          <p:cNvPr id="22" name="Rectangle 21">
            <a:extLst>
              <a:ext uri="{FF2B5EF4-FFF2-40B4-BE49-F238E27FC236}">
                <a16:creationId xmlns:a16="http://schemas.microsoft.com/office/drawing/2014/main" id="{F6BA20C7-F48C-429D-2FA7-B7B83A800FA9}"/>
              </a:ext>
              <a:ext uri="{C183D7F6-B498-43B3-948B-1728B52AA6E4}">
                <adec:decorative xmlns:adec="http://schemas.microsoft.com/office/drawing/2017/decorative" val="1"/>
              </a:ext>
            </a:extLst>
          </p:cNvPr>
          <p:cNvSpPr/>
          <p:nvPr/>
        </p:nvSpPr>
        <p:spPr>
          <a:xfrm>
            <a:off x="403503" y="147737"/>
            <a:ext cx="2285995" cy="1685542"/>
          </a:xfrm>
          <a:prstGeom prst="rect">
            <a:avLst/>
          </a:prstGeom>
          <a:gradFill flip="none" rotWithShape="1">
            <a:gsLst>
              <a:gs pos="0">
                <a:schemeClr val="bg1">
                  <a:alpha val="0"/>
                </a:schemeClr>
              </a:gs>
              <a:gs pos="8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A9519E8E-7F0D-C4E6-CC87-3F8B896EF0E1}"/>
              </a:ext>
            </a:extLst>
          </p:cNvPr>
          <p:cNvSpPr>
            <a:spLocks noGrp="1"/>
          </p:cNvSpPr>
          <p:nvPr>
            <p:ph type="sldNum" sz="quarter" idx="10"/>
          </p:nvPr>
        </p:nvSpPr>
        <p:spPr/>
        <p:txBody>
          <a:bodyPr/>
          <a:lstStyle/>
          <a:p>
            <a:fld id="{75DF2D63-3FF5-D547-96B9-BE9CCD1ABA58}" type="slidenum">
              <a:rPr lang="en-US" smtClean="0"/>
              <a:pPr/>
              <a:t>8</a:t>
            </a:fld>
            <a:endParaRPr lang="en-US" dirty="0"/>
          </a:p>
        </p:txBody>
      </p:sp>
      <p:sp>
        <p:nvSpPr>
          <p:cNvPr id="40" name="TextBox 39">
            <a:extLst>
              <a:ext uri="{FF2B5EF4-FFF2-40B4-BE49-F238E27FC236}">
                <a16:creationId xmlns:a16="http://schemas.microsoft.com/office/drawing/2014/main" id="{F14CFBFD-FF08-B2E3-F618-E6546D5D183F}"/>
              </a:ext>
            </a:extLst>
          </p:cNvPr>
          <p:cNvSpPr txBox="1"/>
          <p:nvPr/>
        </p:nvSpPr>
        <p:spPr>
          <a:xfrm>
            <a:off x="1128409" y="1682496"/>
            <a:ext cx="8013158" cy="3970318"/>
          </a:xfrm>
          <a:prstGeom prst="rect">
            <a:avLst/>
          </a:prstGeom>
          <a:noFill/>
        </p:spPr>
        <p:txBody>
          <a:bodyPr wrap="square">
            <a:spAutoFit/>
          </a:bodyPr>
          <a:lstStyle/>
          <a:p>
            <a:r>
              <a:rPr lang="en-US" sz="3600" dirty="0"/>
              <a:t>Predictive analytics looks at how trends might unfold in the future and their potential impact.</a:t>
            </a:r>
          </a:p>
          <a:p>
            <a:endParaRPr lang="en-US" sz="3600" dirty="0"/>
          </a:p>
          <a:p>
            <a:r>
              <a:rPr lang="en-US" sz="3600" dirty="0"/>
              <a:t>Prescriptive analytics suggests actions to respond to those future trends and improve business outcomes.</a:t>
            </a:r>
            <a:endParaRPr lang="en-IN" sz="3600" dirty="0"/>
          </a:p>
        </p:txBody>
      </p:sp>
    </p:spTree>
    <p:extLst>
      <p:ext uri="{BB962C8B-B14F-4D97-AF65-F5344CB8AC3E}">
        <p14:creationId xmlns:p14="http://schemas.microsoft.com/office/powerpoint/2010/main" val="758882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6168A-9F8B-AE64-6A3B-DD036396CD45}"/>
              </a:ext>
            </a:extLst>
          </p:cNvPr>
          <p:cNvSpPr>
            <a:spLocks noGrp="1"/>
          </p:cNvSpPr>
          <p:nvPr>
            <p:ph type="title"/>
          </p:nvPr>
        </p:nvSpPr>
        <p:spPr/>
        <p:txBody>
          <a:bodyPr/>
          <a:lstStyle/>
          <a:p>
            <a:r>
              <a:rPr lang="en-IN" b="1" i="0" dirty="0">
                <a:solidFill>
                  <a:srgbClr val="000000"/>
                </a:solidFill>
                <a:effectLst/>
                <a:latin typeface="DMSans"/>
              </a:rPr>
              <a:t>In summary</a:t>
            </a:r>
            <a:br>
              <a:rPr lang="en-IN" b="1" i="0" dirty="0">
                <a:solidFill>
                  <a:srgbClr val="000000"/>
                </a:solidFill>
                <a:effectLst/>
                <a:latin typeface="DMSans"/>
              </a:rPr>
            </a:br>
            <a:endParaRPr lang="en-US" dirty="0"/>
          </a:p>
        </p:txBody>
      </p:sp>
      <p:sp>
        <p:nvSpPr>
          <p:cNvPr id="3" name="Slide Number Placeholder 2">
            <a:extLst>
              <a:ext uri="{FF2B5EF4-FFF2-40B4-BE49-F238E27FC236}">
                <a16:creationId xmlns:a16="http://schemas.microsoft.com/office/drawing/2014/main" id="{F08CF61D-4147-236F-218C-CE2A064E6BD9}"/>
              </a:ext>
            </a:extLst>
          </p:cNvPr>
          <p:cNvSpPr>
            <a:spLocks noGrp="1"/>
          </p:cNvSpPr>
          <p:nvPr>
            <p:ph type="sldNum" sz="quarter" idx="10"/>
          </p:nvPr>
        </p:nvSpPr>
        <p:spPr/>
        <p:txBody>
          <a:bodyPr/>
          <a:lstStyle/>
          <a:p>
            <a:fld id="{75DF2D63-3FF5-D547-96B9-BE9CCD1ABA58}" type="slidenum">
              <a:rPr lang="en-US" smtClean="0"/>
              <a:pPr/>
              <a:t>9</a:t>
            </a:fld>
            <a:endParaRPr lang="en-US" dirty="0"/>
          </a:p>
        </p:txBody>
      </p:sp>
      <p:sp>
        <p:nvSpPr>
          <p:cNvPr id="42" name="TextBox 41">
            <a:extLst>
              <a:ext uri="{FF2B5EF4-FFF2-40B4-BE49-F238E27FC236}">
                <a16:creationId xmlns:a16="http://schemas.microsoft.com/office/drawing/2014/main" id="{44A9D035-1679-58A3-57D0-04AB7EC5F43C}"/>
              </a:ext>
            </a:extLst>
          </p:cNvPr>
          <p:cNvSpPr txBox="1"/>
          <p:nvPr/>
        </p:nvSpPr>
        <p:spPr>
          <a:xfrm>
            <a:off x="1284051" y="1585609"/>
            <a:ext cx="7857516" cy="3539430"/>
          </a:xfrm>
          <a:prstGeom prst="rect">
            <a:avLst/>
          </a:prstGeom>
          <a:noFill/>
        </p:spPr>
        <p:txBody>
          <a:bodyPr wrap="square">
            <a:spAutoFit/>
          </a:bodyPr>
          <a:lstStyle/>
          <a:p>
            <a:r>
              <a:rPr lang="en-US" sz="2800" dirty="0"/>
              <a:t>Diagnostic analytics is one of the ways we uncover insights from our data and make it work for us. There are infinite ways to ask questions of data, so concentrate on which questions are the most critical for your organization. The goal of any analytics program should be more relevant information, which will lead to more valuable decisions and a more complete understanding of your business landscape</a:t>
            </a:r>
            <a:r>
              <a:rPr lang="en-US" dirty="0"/>
              <a:t>.</a:t>
            </a:r>
            <a:endParaRPr lang="en-IN" dirty="0"/>
          </a:p>
        </p:txBody>
      </p:sp>
    </p:spTree>
    <p:extLst>
      <p:ext uri="{BB962C8B-B14F-4D97-AF65-F5344CB8AC3E}">
        <p14:creationId xmlns:p14="http://schemas.microsoft.com/office/powerpoint/2010/main" val="4146645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White DNA structure">
            <a:extLst>
              <a:ext uri="{FF2B5EF4-FFF2-40B4-BE49-F238E27FC236}">
                <a16:creationId xmlns:a16="http://schemas.microsoft.com/office/drawing/2014/main" id="{6D8705D1-EA1F-3113-ABE0-EC474D1F18DA}"/>
              </a:ext>
            </a:extLst>
          </p:cNvPr>
          <p:cNvPicPr>
            <a:picLocks noGrp="1" noChangeAspect="1"/>
          </p:cNvPicPr>
          <p:nvPr>
            <p:ph type="pic" sz="quarter" idx="12"/>
          </p:nvPr>
        </p:nvPicPr>
        <p:blipFill rotWithShape="1">
          <a:blip r:embed="rId2">
            <a:alphaModFix amt="50000"/>
            <a:extLst>
              <a:ext uri="{28A0092B-C50C-407E-A947-70E740481C1C}">
                <a14:useLocalDpi xmlns:a14="http://schemas.microsoft.com/office/drawing/2010/main" val="0"/>
              </a:ext>
            </a:extLst>
          </a:blip>
          <a:srcRect/>
          <a:stretch/>
        </p:blipFill>
        <p:spPr>
          <a:xfrm>
            <a:off x="1" y="0"/>
            <a:ext cx="12191999" cy="6858000"/>
          </a:xfrm>
        </p:spPr>
      </p:pic>
      <p:sp>
        <p:nvSpPr>
          <p:cNvPr id="19" name="Title 18">
            <a:extLst>
              <a:ext uri="{FF2B5EF4-FFF2-40B4-BE49-F238E27FC236}">
                <a16:creationId xmlns:a16="http://schemas.microsoft.com/office/drawing/2014/main" id="{1130D679-D78E-1F15-EC3D-4BED6D69B35F}"/>
              </a:ext>
            </a:extLst>
          </p:cNvPr>
          <p:cNvSpPr>
            <a:spLocks noGrp="1"/>
          </p:cNvSpPr>
          <p:nvPr>
            <p:ph type="title"/>
          </p:nvPr>
        </p:nvSpPr>
        <p:spPr/>
        <p:txBody>
          <a:bodyPr/>
          <a:lstStyle/>
          <a:p>
            <a:r>
              <a:rPr lang="en-US" dirty="0"/>
              <a:t>Thank you </a:t>
            </a:r>
          </a:p>
        </p:txBody>
      </p:sp>
      <p:pic>
        <p:nvPicPr>
          <p:cNvPr id="22" name="Picture Placeholder 25" descr="Bacteria cultured in a petri dish for a laboratory or a scientific investigation">
            <a:extLst>
              <a:ext uri="{FF2B5EF4-FFF2-40B4-BE49-F238E27FC236}">
                <a16:creationId xmlns:a16="http://schemas.microsoft.com/office/drawing/2014/main" id="{862BA3D8-52E1-692C-F244-F7882DAD2287}"/>
              </a:ext>
            </a:extLst>
          </p:cNvPr>
          <p:cNvPicPr>
            <a:picLocks noGrp="1" noChangeAspect="1"/>
          </p:cNvPicPr>
          <p:nvPr>
            <p:ph type="pic" sz="quarter" idx="13"/>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p:blipFill>
        <p:spPr/>
      </p:pic>
    </p:spTree>
    <p:extLst>
      <p:ext uri="{BB962C8B-B14F-4D97-AF65-F5344CB8AC3E}">
        <p14:creationId xmlns:p14="http://schemas.microsoft.com/office/powerpoint/2010/main" val="3334127647"/>
      </p:ext>
    </p:extLst>
  </p:cSld>
  <p:clrMapOvr>
    <a:masterClrMapping/>
  </p:clrMapOvr>
</p:sld>
</file>

<file path=ppt/theme/theme1.xml><?xml version="1.0" encoding="utf-8"?>
<a:theme xmlns:a="http://schemas.openxmlformats.org/drawingml/2006/main" name="Office Theme">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Discovery_Win32_EF_v4" id="{D94798B6-E450-4518-8015-6EE17CD1412B}" vid="{16A04E6B-C80A-471C-86D6-D49E9EAD76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EB2FABB-45EC-440E-B647-8CA57BA45A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E8B3377-22F1-4153-96F0-CC2E4BE41C57}">
  <ds:schemaRefs>
    <ds:schemaRef ds:uri="http://schemas.microsoft.com/sharepoint/v3/contenttype/forms"/>
  </ds:schemaRefs>
</ds:datastoreItem>
</file>

<file path=customXml/itemProps3.xml><?xml version="1.0" encoding="utf-8"?>
<ds:datastoreItem xmlns:ds="http://schemas.openxmlformats.org/officeDocument/2006/customXml" ds:itemID="{99746342-5E84-430E-9251-61001F208E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{34E14F4D-88D7-4864-936B-91F7E4DD9DED}tf67061901_win32</Template>
  <TotalTime>35</TotalTime>
  <Words>583</Words>
  <Application>Microsoft Office PowerPoint</Application>
  <PresentationFormat>Widescreen</PresentationFormat>
  <Paragraphs>37</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Daytona Condensed Light</vt:lpstr>
      <vt:lpstr>DMSans</vt:lpstr>
      <vt:lpstr>Graphik Web</vt:lpstr>
      <vt:lpstr>Posterama</vt:lpstr>
      <vt:lpstr>Office Theme</vt:lpstr>
      <vt:lpstr>Diagnostic  analytics</vt:lpstr>
      <vt:lpstr>Agenda</vt:lpstr>
      <vt:lpstr>Introduction</vt:lpstr>
      <vt:lpstr>benefits</vt:lpstr>
      <vt:lpstr>Diagnostic analytics examples </vt:lpstr>
      <vt:lpstr>Key takeaway</vt:lpstr>
      <vt:lpstr>Steps for diagnostic analytics</vt:lpstr>
      <vt:lpstr>PowerPoint Presentation</vt:lpstr>
      <vt:lpstr>In summary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Diagnostic analytics</dc:title>
  <dc:creator>zargham ullah</dc:creator>
  <cp:lastModifiedBy>Bosubabu Sambana</cp:lastModifiedBy>
  <cp:revision>8</cp:revision>
  <dcterms:created xsi:type="dcterms:W3CDTF">2023-04-05T13:29:24Z</dcterms:created>
  <dcterms:modified xsi:type="dcterms:W3CDTF">2026-07-31T05:13:38Z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