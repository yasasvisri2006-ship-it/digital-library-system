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5143500" type="screen16x9"/>
  <p:notesSz cx="6858000" cy="9144000"/>
  <p:embeddedFontLst>
    <p:embeddedFont>
      <p:font typeface="Proxima Nova" panose="020B0604020202020204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c7a439f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c7a439f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1952 - Tic Tac Toe # Picture Above. First Human vs Computer race started.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1997 - Deep Blue - Chess ==&gt; Exploring Solution Space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2011 - Watson - Jeopardy ==&gt; Constructive Reasoning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2017 - Alpha Go - Go - [Possibilities &gt; total no. atoms in this universe] ==&gt; Developing Intuition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c7a439f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2c7a439f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1952 - Tic Tac Toe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1997 - Deep Blue - Chess ==&gt; Exploring Solution Space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2011 - Watson - Jeopardy ==&gt; Constructive Reasoning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2017 - Alpha Go - Go - [Possibilities &gt; total no. atoms in this universe] ==&gt; Developing Intuition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c013da9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c013da9a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2762437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2762437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AQ - System Admins/Developers/ QA/ HR/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AQ -  How many of you heard of Data Science? Can you explain me, what is data science to you?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2762437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e2762437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draw - Newton’s observation of Apple falling from a Tree. Trojan Horse.  Galileo - Watching ships moving, Kepler’s Law - Planetary System. Edision - bulb.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276243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276243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&gt; Newton’s Laws of Motions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&gt; Laws of Diminishing Returns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&gt; Kepler’s Laws of Planetary Motions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&gt; U-235 Chain Reaction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&gt; Arts - Music, Painting, Linguistics,..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2762437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2762437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c0b3430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c0b3430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 Method: Data ⇒ Analysis ⇒ Rules/ Principles.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⇒ Principles/Laws/Observation ⇒ Evaluation Experiments ⇒ Real Life Applications.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Landing on Moon # Talking to a person at the other End of the world # Flying to other end of worlds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2762437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e2762437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Fundamental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c0b3430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c0b3430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c0b3430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c0b3430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Intelligence. Actual Goal of - simulate a human being.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1 understand 2 (action) interact 3 expressive # they know table manners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a child, first achievement is talking first step.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 understand situations 2 acting(judge height/speed/time)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2762437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e2762437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e3bf4764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e3bf4764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e2762437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e2762437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2762437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e2762437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Wrangling - Structuring Data. Preparations -&gt; Numbers.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c0b3430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2c0b3430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e27624371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e27624371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3bf4764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3bf4764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e2762437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e2762437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is the best mentor.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c7a439f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c7a439f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Passive Designs &gt; Generative &gt; Intuitive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c0b3430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2c0b3430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Director of Applied Research &amp; Innovation, Autodesk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3D Printed AI Design - Cabin Partition for Airbus - A320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Cars - Manufactured to Farmed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Buildings - Constructions to Growns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Cities - Isolated to Connected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c7a439f7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2c7a439f7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Traditions Race Car Chassis - Gave Nervous System - 4 Billions Data Points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7a439f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c7a439f7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Billions Data Points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c0b3430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2c0b3430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- Predicting if a Song will be HIT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Songs - Optimal Mathematical Patterns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Million Views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2c0b3430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2c0b3430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#### Minority Report is a 2002 American Sci-Fi</a:t>
            </a:r>
            <a:endParaRPr/>
          </a:p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#### Director:Steven Spielberg</a:t>
            </a:r>
            <a:endParaRPr/>
          </a:p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#### Starring:Tom Cruise, Colin Farrell, Samantha Morton, Max von Sydow</a:t>
            </a:r>
            <a:endParaRPr/>
          </a:p>
          <a:p>
            <a:pPr marL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2c0b3430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2c0b3430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Interlace - Singapore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DayLights Problems + Energy Consumption + Water Bodies(micro Climates)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e3bf4764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e3bf4764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c0b3430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c0b3430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is the best mentor.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3bf4764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3bf4764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Sourced Tools used us, if you are planning to use these - you can take some help.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2762437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2762437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2762437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e2762437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pyramid Model.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e27624371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e27624371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c013da9a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c013da9a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- Blue whale.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_luhn7TLfW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g"/><Relationship Id="rId5" Type="http://schemas.openxmlformats.org/officeDocument/2006/relationships/hyperlink" Target="http://www.youtube.com/watch?v=38ikbQIfnvg" TargetMode="Externa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heidimerrill.com/epk/index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dpol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409126" cy="255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3925" y="152400"/>
            <a:ext cx="4790676" cy="25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6263875" y="427775"/>
            <a:ext cx="2169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2011 Watson - Jeopardy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49750"/>
            <a:ext cx="3409123" cy="213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880550" y="2821275"/>
            <a:ext cx="5123100" cy="20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Data Science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1952 - Tic Tac Toe ⇒ Human vs Computer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1997 - Deep Blue - Chess ⇒ Exploring Solution Space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2011 - Watson - Jeopardy ⇒ Constructive Reasoning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2017 - AlphaGo - Go ⇒ Developing Intuition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AlphaGo, no. of possibilities &gt; total no. atoms in this universe.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Introduction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Definitions [ Data Science ]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What, Why and How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Data Science - In Action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Stages [DG, DC, DM, ME]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Regression &amp; Clustering Models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Basics [ LR, GD 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Real Life Application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Data Science Tools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Suggestions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Tips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Data Science?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Data Science?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da•ta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Factual information, especially information organized for analysis or used to reason or make decisions.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Science Numerical or other information represented in a form suitable for processing by computer.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derived from scientific experiments.</a:t>
            </a:r>
            <a:endParaRPr sz="120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sci·ence  (sī′əns)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The </a:t>
            </a:r>
            <a:r>
              <a:rPr lang="en" sz="1200" b="1"/>
              <a:t>observation, identification, description, experimental investigation, and theoretical explanation of phenomena.</a:t>
            </a:r>
            <a:r>
              <a:rPr lang="en" sz="1200"/>
              <a:t> Ex. New advances in science and technology. 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Such activities restricted to a class of natural phenomena. Ex. The science of astronomy.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 systematic method or </a:t>
            </a:r>
            <a:r>
              <a:rPr lang="en" sz="1200" b="1"/>
              <a:t>body of knowledge in a given area.</a:t>
            </a:r>
            <a:r>
              <a:rPr lang="en" sz="1200"/>
              <a:t> Ex. The science of marketing.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Archaic Knowledge, especially that gained through </a:t>
            </a:r>
            <a:r>
              <a:rPr lang="en" sz="1200" b="1"/>
              <a:t>experience</a:t>
            </a:r>
            <a:r>
              <a:rPr lang="en" sz="1200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Examples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250" y="1017737"/>
            <a:ext cx="2815060" cy="16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22500"/>
            <a:ext cx="2516775" cy="18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6025" y="211125"/>
            <a:ext cx="1973610" cy="185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975" y="978038"/>
            <a:ext cx="1736275" cy="17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9742" y="3022500"/>
            <a:ext cx="22479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4397" y="2152489"/>
            <a:ext cx="2247900" cy="2833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Data Science?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Technological Advancements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Cheaper Storage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Computations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IOT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 Tools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Bigger Questions?</a:t>
            </a: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Growing Devices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Explosion &amp; Doubling Processing Power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Metcalfe's law</a:t>
            </a:r>
            <a:r>
              <a:rPr lang="en"/>
              <a:t> states that the value of a telecommunications network is proportional to the square of the number of connected users of the system (n2).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Moore's law</a:t>
            </a:r>
            <a:r>
              <a:rPr lang="en"/>
              <a:t> is the observation that the number of transistors in a dense integrated circuit doubles approximately every two years.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(Population - Thanks to Advanced Medical Sciences &amp; Improving Health Care.)</a:t>
            </a:r>
            <a:endParaRPr>
              <a:solidFill>
                <a:srgbClr val="CCCCCC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Sources: Wikipedia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do Data Science?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Data Science? - AI, ML</a:t>
            </a: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3" name="Google Shape;143;p26" descr="In a leap for robotic development, the MIT researchers who built a robotic cheetah have now trained it to see and jump over hurdles as it runs — making this the first four-legged robot to run and jump over obstacles autonomously. (Learn more: http://bit.ly/1JYy1bD)&#10;&#10;Watch the MIT cheetah run outside: http://youtu.be/XMKQbqnXXhQ&#10;&#10;Video: Haewon Park, Patrick Wensing and Sangbae Kim" title="MIT cheetah robot lands the running jump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125" y="1337450"/>
            <a:ext cx="3814675" cy="28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descr="From episode 1 &quot;Rosey the Robot&quot;. One of my favorite moments from this episode!" title="The Jetsons - Mr. Spacely Comes to Dinner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337450"/>
            <a:ext cx="3814649" cy="28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530950" y="4271125"/>
            <a:ext cx="34923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Rosey, Spacely, Jetson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4986300" y="4271125"/>
            <a:ext cx="34923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 Cheetah Robot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do Data Science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lots of sophisticated analytical &amp; Business Intelligent tools and come to a simple understandable explanations.</a:t>
            </a:r>
            <a:endParaRPr/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(or)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also use, simple tools like calculators or excel sheet to generate simple and simple results.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Introduction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Definitions [ Data Science ]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What, Why and How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Data Science - In Action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Stages [DG, DC, DM, ME]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Regression &amp; Clustering Models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Basics [ LR, GD 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Real Life Application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Data Science Tools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Suggestions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Tips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- In Action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Stages of Data Science</a:t>
            </a:r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Purpose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Relevant Data Collection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Wrangling(cleansing)*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Analytics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Feature Engg.*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Modelling*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Prediction*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Evaluation*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(*) ⇒ Repetitive stages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Reportings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Finalising Report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Product Building (software development)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Architecture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Development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Testing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Deployment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</a:t>
            </a: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Random Forest Model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Bagging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SVM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Linear Equation</a:t>
            </a:r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Iris Dataset - Goal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&lt;&lt; Ipython Notebook &gt;&gt;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Introduction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Definitions [ Data Science ]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What, Why and How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Data Science - In Action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Stages [DG, DC, DM, ME]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Regression &amp; Clustering Models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Basics [ LR, GD 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Real Life Application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Data Science Tools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Suggestions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</a:rPr>
              <a:t>Tips</a:t>
            </a:r>
            <a:endParaRPr b="1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- Real Life App</a:t>
            </a: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 applications that inspired me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3F3F3"/>
                </a:highlight>
              </a:rPr>
              <a:t>Passive Designs + AI</a:t>
            </a:r>
            <a:endParaRPr>
              <a:highlight>
                <a:srgbClr val="F3F3F3"/>
              </a:highlight>
            </a:endParaRPr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775" y="1295075"/>
            <a:ext cx="1550775" cy="15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  <a:highlight>
                  <a:srgbClr val="F3F3F3"/>
                </a:highlight>
                <a:latin typeface="Roboto"/>
                <a:ea typeface="Roboto"/>
                <a:cs typeface="Roboto"/>
                <a:sym typeface="Roboto"/>
              </a:rPr>
              <a:t>Maurice Cont</a:t>
            </a:r>
            <a:endParaRPr sz="1400" b="1">
              <a:solidFill>
                <a:srgbClr val="000000"/>
              </a:solidFill>
              <a:highlight>
                <a:srgbClr val="F3F3F3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3F3F3"/>
                </a:highlight>
                <a:latin typeface="Arial"/>
                <a:ea typeface="Arial"/>
                <a:cs typeface="Arial"/>
                <a:sym typeface="Arial"/>
              </a:rPr>
              <a:t>Director of Applied Research &amp; Innovation</a:t>
            </a:r>
            <a:endParaRPr sz="1400">
              <a:solidFill>
                <a:srgbClr val="000000"/>
              </a:solidFill>
              <a:highlight>
                <a:srgbClr val="F3F3F3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3F3F3"/>
                </a:highlight>
                <a:latin typeface="Arial"/>
                <a:ea typeface="Arial"/>
                <a:cs typeface="Arial"/>
                <a:sym typeface="Arial"/>
              </a:rPr>
              <a:t>Autodesk, San Francisco Bay Area.</a:t>
            </a:r>
            <a:endParaRPr sz="1400">
              <a:solidFill>
                <a:srgbClr val="000000"/>
              </a:solidFill>
              <a:highlight>
                <a:srgbClr val="F3F3F3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TED Talk: The incredible inventions of intuitive AI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Designs &gt; Passive Designs</a:t>
            </a:r>
            <a:endParaRPr/>
          </a:p>
        </p:txBody>
      </p:sp>
      <p:pic>
        <p:nvPicPr>
          <p:cNvPr id="211" name="Google Shape;211;p36" descr="nZ3WZW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325" y="1152475"/>
            <a:ext cx="4071275" cy="293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6" descr="Screen Shot 2017-06-04 at 10.11.5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947" y="1152475"/>
            <a:ext cx="3492376" cy="29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6"/>
          <p:cNvSpPr txBox="1"/>
          <p:nvPr/>
        </p:nvSpPr>
        <p:spPr>
          <a:xfrm>
            <a:off x="753188" y="4091875"/>
            <a:ext cx="34119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AI Designed Lightweight Cabin Partition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Airbus - A320</a:t>
            </a:r>
            <a:endParaRPr sz="1200"/>
          </a:p>
        </p:txBody>
      </p:sp>
      <p:sp>
        <p:nvSpPr>
          <p:cNvPr id="214" name="Google Shape;214;p36"/>
          <p:cNvSpPr txBox="1"/>
          <p:nvPr/>
        </p:nvSpPr>
        <p:spPr>
          <a:xfrm>
            <a:off x="4637113" y="4091875"/>
            <a:ext cx="34119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AI Designed Lightweight Drone Chassis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Generative Designs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20" name="Google Shape;22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21" name="Google Shape;221;p37" descr="Screen Shot 2017-06-04 at 11.31.4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625" y="1017725"/>
            <a:ext cx="803847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Generative Designs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27" name="Google Shape;227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highlight>
                  <a:srgbClr val="F3F3F3"/>
                </a:highlight>
              </a:rPr>
              <a:t>AI Designed Car Chassis</a:t>
            </a:r>
            <a:endParaRPr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899" y="1152475"/>
            <a:ext cx="3416402" cy="341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Music XRay</a:t>
            </a:r>
            <a:endParaRPr/>
          </a:p>
        </p:txBody>
      </p:sp>
      <p:sp>
        <p:nvSpPr>
          <p:cNvPr id="234" name="Google Shape;23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Jimmy Lloyd Songwriter Showcase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Popular songs share Melody &amp; Rhythm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Genere - 70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 60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Singer &amp; Song Writer NY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http://www.heidimerrill.com/epk/index.html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 Pole</a:t>
            </a:r>
            <a:endParaRPr/>
          </a:p>
        </p:txBody>
      </p:sp>
      <p:sp>
        <p:nvSpPr>
          <p:cNvPr id="240" name="Google Shape;24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2011 Santa Cruz Pred Pole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Crime, Location &amp; Date-Time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https://www.predpol.com/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50% Crime Rate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20% reduction in Crime Rate</a:t>
            </a:r>
            <a:endParaRPr/>
          </a:p>
        </p:txBody>
      </p:sp>
      <p:pic>
        <p:nvPicPr>
          <p:cNvPr id="241" name="Google Shape;2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378" y="1152475"/>
            <a:ext cx="420792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Designs</a:t>
            </a:r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48" name="Google Shape;2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400" y="1201050"/>
            <a:ext cx="4094900" cy="336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01050"/>
            <a:ext cx="4425700" cy="3367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1"/>
          <p:cNvSpPr txBox="1"/>
          <p:nvPr/>
        </p:nvSpPr>
        <p:spPr>
          <a:xfrm>
            <a:off x="6183850" y="765475"/>
            <a:ext cx="25668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Project - Interlace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256" name="Google Shape;256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Introduction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Definitions [ Data Science 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What, Why and How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Data Science - In Action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Stages [DG, DC, DM, ME]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Regression &amp; Clustering Models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Basics [ LR, GD ]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Real Life Application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Data Science Tools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Examples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Suggestions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</a:rPr>
              <a:t>Tips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- Tools</a:t>
            </a:r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many to name, but none of them are close perfection.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Tools</a:t>
            </a:r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Languages: Scala, R, </a:t>
            </a:r>
            <a:r>
              <a:rPr lang="en" b="1"/>
              <a:t>Python</a:t>
            </a:r>
            <a:r>
              <a:rPr lang="en"/>
              <a:t>, Java, C#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Lib: </a:t>
            </a:r>
            <a:r>
              <a:rPr lang="en" b="1"/>
              <a:t>Scikit</a:t>
            </a:r>
            <a:r>
              <a:rPr lang="en"/>
              <a:t>, DeepNet, </a:t>
            </a:r>
            <a:r>
              <a:rPr lang="en" b="1"/>
              <a:t>Tensor flow</a:t>
            </a:r>
            <a:r>
              <a:rPr lang="en"/>
              <a:t>, Theano, H20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Frameworks: Apache Spark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These are some used by used us (Imaginea Labs - Data Sciences - 4th Floor, Hyd).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Suggestions</a:t>
            </a:r>
            <a:endParaRPr/>
          </a:p>
        </p:txBody>
      </p:sp>
      <p:sp>
        <p:nvSpPr>
          <p:cNvPr id="275" name="Google Shape;275;p45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DS &amp; Tips to who want to start.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Suggestions?</a:t>
            </a:r>
            <a:endParaRPr/>
          </a:p>
        </p:txBody>
      </p:sp>
      <p:sp>
        <p:nvSpPr>
          <p:cNvPr id="281" name="Google Shape;28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Preparation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 b="1"/>
              <a:t>Give me six hours to chop down a tree and I will spend the first four sharpening the axe</a:t>
            </a:r>
            <a:r>
              <a:rPr lang="en"/>
              <a:t>”. Abraham Lincoln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Python, Scala, Excel, Databases(regex).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Analytics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 b="1"/>
              <a:t>Seeing is believing</a:t>
            </a:r>
            <a:r>
              <a:rPr lang="en"/>
              <a:t>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Python(Matplotlib, Seaborn), D3.Js, Excel.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Models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 b="1"/>
              <a:t>There are no perfect solutions, but some work better</a:t>
            </a:r>
            <a:r>
              <a:rPr lang="en"/>
              <a:t>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2-3 types of Clustering, Regression Models(LR,RF,SVM,KNN,XGB)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 b="1"/>
              <a:t>A product not tested is broken by default</a:t>
            </a:r>
            <a:r>
              <a:rPr lang="en"/>
              <a:t>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Accuracy, RMSE, Precision-Recall, F1 Score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</a:rPr>
              <a:t>Thank you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On-screen Show (16:9)</PresentationFormat>
  <Paragraphs>251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Proxima Nova</vt:lpstr>
      <vt:lpstr>Roboto</vt:lpstr>
      <vt:lpstr>Spearmint</vt:lpstr>
      <vt:lpstr>Introduction to Data Science</vt:lpstr>
      <vt:lpstr>PowerPoint Presentation</vt:lpstr>
      <vt:lpstr>PowerPoint Presentation</vt:lpstr>
      <vt:lpstr>Plan</vt:lpstr>
      <vt:lpstr>What is Data Science? </vt:lpstr>
      <vt:lpstr>What is Data Science?</vt:lpstr>
      <vt:lpstr>Data Science Examples </vt:lpstr>
      <vt:lpstr>Why Data Science?</vt:lpstr>
      <vt:lpstr>Growing Devices</vt:lpstr>
      <vt:lpstr>Information Explosion &amp; Doubling Processing Power</vt:lpstr>
      <vt:lpstr>How to do Data Science?</vt:lpstr>
      <vt:lpstr>How to Data Science? - AI, ML</vt:lpstr>
      <vt:lpstr>How to do Data Science</vt:lpstr>
      <vt:lpstr>Plan</vt:lpstr>
      <vt:lpstr>Data Science - In Action</vt:lpstr>
      <vt:lpstr>Stages of Data Science</vt:lpstr>
      <vt:lpstr>Data Model</vt:lpstr>
      <vt:lpstr>Iris Dataset - Goal</vt:lpstr>
      <vt:lpstr>Plan</vt:lpstr>
      <vt:lpstr>Data Science - Real Life App</vt:lpstr>
      <vt:lpstr>Passive Designs + AI</vt:lpstr>
      <vt:lpstr>Generative Designs &gt; Passive Designs</vt:lpstr>
      <vt:lpstr>Generative Designs</vt:lpstr>
      <vt:lpstr>Generative Designs</vt:lpstr>
      <vt:lpstr>Music XRay</vt:lpstr>
      <vt:lpstr>Pred Pole</vt:lpstr>
      <vt:lpstr>Generative Designs</vt:lpstr>
      <vt:lpstr>Plan</vt:lpstr>
      <vt:lpstr>Data Science - Tools</vt:lpstr>
      <vt:lpstr>Data Science Tools</vt:lpstr>
      <vt:lpstr>Suggestions</vt:lpstr>
      <vt:lpstr>Suggestions?</vt:lpstr>
      <vt:lpstr>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Bosubabu Sambana</cp:lastModifiedBy>
  <cp:revision>1</cp:revision>
  <dcterms:modified xsi:type="dcterms:W3CDTF">2026-07-15T04:30:09Z</dcterms:modified>
</cp:coreProperties>
</file>