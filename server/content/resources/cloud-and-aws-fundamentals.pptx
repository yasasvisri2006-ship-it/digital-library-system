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responsibility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Compare on-demand compute, storage, networking, shared responsibility, elasticity, and cost models.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The provider secures the underlying cloud infrastructure.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Customers secure identities, data, configuration, and workloads.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Responsibilities vary by service and deployment model.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IAM and least privilege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Use roles and temporary credentials, scope actions/resources, review policies, and enable MFA for human sign-in.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Read the linked AWS documentation for current service behavior.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Use a sandbox account and least-privilege identities.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Verify region, network access, encryption, and expected cost.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Amazon EC2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Choose an instance family, image, network placement, security group, and lifecycle; stop unused lab instances and review billing.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Read the linked AWS documentation for current service behavior.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Use a sandbox account and least-privilege identities.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Verify region, network access, encryption, and expected cost.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Amazon S3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Object storage uses buckets and keys. Keep Block Public Access enabled by default, use encryption and least-privilege policies, and understand versioning/lifecycle costs.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Read the linked AWS documentation for current service behavior.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Use a sandbox account and least-privilege identities.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Verify region, network access, encryption, and expected cost.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Amazon VPC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A VPC provides a logically isolated network; reason about subnets, route tables, gateways, security groups, and network ACLs.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Read the linked AWS documentation for current service behavior.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Use a sandbox account and least-privilege identities.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Verify region, network access, encryption, and expected cost.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Amazon RDS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Managed relational databases still need least privilege, network isolation, backup verification, patch planning, and cost review.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Read the linked AWS documentation for current service behavior.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Use a sandbox account and least-privilege identities.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Verify region, network access, encryption, and expected cost.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Lambda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Run event-triggered functions with bounded time/resources, explicit permissions, retries, idempotency, and observability.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Read the linked AWS documentation for current service behavior.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Use a sandbox account and least-privilege identities.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Verify region, network access, encryption, and expected cost.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ending a lab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Avoid surprise exposure and charges.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Delete temporary resources and confirm their status.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Check budgets, logs, and unused resources.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Never store account secrets in a notebook or repository.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MBU Digital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and AWS Fundamentals</dc:title>
  <dc:subject>Supplemental educational presentation</dc:subject>
  <dc:creator>MBU Digital Library Learning Resources</dc:creator>
  <cp:lastModifiedBy>MBU Digital Library Learning Resources</cp:lastModifiedBy>
  <cp:revision>1</cp:revision>
  <dcterms:created xsi:type="dcterms:W3CDTF">2026-10-11T14:00:28Z</dcterms:created>
  <dcterms:modified xsi:type="dcterms:W3CDTF">2026-10-11T14:00:28Z</dcterms:modified>
</cp:coreProperties>
</file>