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 the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Translate a broad problem into a measurable question. Identify the unit of observation, population, time window, and outcome before collecting data. A typical workflow is frame → collect → inspect → clean → explore → model → communicate → monitor.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Define population, observation unit, time window, and outcome.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Identify a baseline and practical decision context.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Record assumptions before selecting a method.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Questions, data, and the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Translate a broad problem into a measurable question. Identify the unit of observation, population, time window, and outcome before collecting data. A typical workflow is frame → collect → inspect → clean → explore → model → communicate → monitor.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For a campus travel survey, define one row as one respondent and ask: “What share of respondents use public transport at least three days each week?” State how missing answers are handled.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What is an observation in a dataset?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Why should the question be written before choosing a model?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and exploratory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Inspect dimensions, types, ranges, duplicates, missingness, and category frequencies. Use summaries and plots to find anomalies; do not silently discard inconvenient observations. Keep a reproducible record of every transformation.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Compare a numeric column’s median and interquartile range before and after filtering impossible negative durations. Investigate the original records before correcting them.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How can missingness itself be informative?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When is a median more robust than a mean?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Modeling, validation, and communication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Separate training and evaluation data before fitting. Choose metrics that match the cost of errors, establish a simple baseline, check leakage and subgroup performance, and report limitations. A useful result explains both evidence and uncertainty.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For rare-event classification, compare recall and precision at a stated threshold; accuracy alone can hide a model that predicts the majority class every time.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What is data leakage?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Why compare a model with a baseline?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Communicate responsibly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Evidence needs context.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Report data source, sample size, metric, and uncertainty.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Separate association from causal claims.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Describe limitations and intended use.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MBU Digital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Practical Data Science Workflow</dc:title>
  <dc:subject>Supplemental educational presentation</dc:subject>
  <dc:creator>MBU Digital Library Learning Resources</dc:creator>
  <cp:lastModifiedBy>MBU Digital Library Learning Resources</cp:lastModifiedBy>
  <cp:revision>1</cp:revision>
  <dcterms:created xsi:type="dcterms:W3CDTF">2026-10-11T14:00:28Z</dcterms:created>
  <dcterms:modified xsi:type="dcterms:W3CDTF">2026-10-11T14:00:28Z</dcterms:modified>
</cp:coreProperties>
</file>